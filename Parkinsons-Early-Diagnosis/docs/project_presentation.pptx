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95" r:id="rId4"/>
  </p:sldMasterIdLst>
  <p:notesMasterIdLst>
    <p:notesMasterId r:id="rId13"/>
  </p:notesMasterIdLst>
  <p:sldIdLst>
    <p:sldId id="283" r:id="rId5"/>
    <p:sldId id="295" r:id="rId6"/>
    <p:sldId id="326" r:id="rId7"/>
    <p:sldId id="324" r:id="rId8"/>
    <p:sldId id="327" r:id="rId9"/>
    <p:sldId id="322" r:id="rId10"/>
    <p:sldId id="323" r:id="rId11"/>
    <p:sldId id="293" r:id="rId12"/>
  </p:sldIdLst>
  <p:sldSz cx="12192000" cy="6858000"/>
  <p:notesSz cx="6858000" cy="9144000"/>
  <p:embeddedFontLst>
    <p:embeddedFont>
      <p:font typeface="Algerian" panose="04020705040A02060702" pitchFamily="82" charset="0"/>
      <p:regular r:id="rId14"/>
    </p:embeddedFont>
    <p:embeddedFont>
      <p:font typeface="Aptos Narrow" panose="020B000402020202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Garamond" panose="02020404030301010803" pitchFamily="18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14ED286E-52E7-1C4A-B657-447224AC903A}">
          <p14:sldIdLst>
            <p14:sldId id="283"/>
            <p14:sldId id="295"/>
            <p14:sldId id="326"/>
            <p14:sldId id="324"/>
            <p14:sldId id="327"/>
            <p14:sldId id="322"/>
            <p14:sldId id="323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452"/>
    <a:srgbClr val="214565"/>
    <a:srgbClr val="112E4D"/>
    <a:srgbClr val="122F4D"/>
    <a:srgbClr val="156082"/>
    <a:srgbClr val="E6EDFF"/>
    <a:srgbClr val="E1E1FF"/>
    <a:srgbClr val="712337"/>
    <a:srgbClr val="EDCECE"/>
    <a:srgbClr val="D49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999DD6-64B6-B3A0-A860-C79D80C45864}" v="207" dt="2025-06-22T20:34:54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D99D08-9904-4EF6-9195-A040D79C163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B6FF33-B9CA-40B1-9626-A3F16D80907A}">
      <dgm:prSet phldrT="[Text]" phldr="0"/>
      <dgm:spPr/>
      <dgm:t>
        <a:bodyPr/>
        <a:lstStyle/>
        <a:p>
          <a:r>
            <a:rPr lang="en-US">
              <a:latin typeface="Arial" panose="020B0604020202020204"/>
            </a:rPr>
            <a:t>Methodology</a:t>
          </a:r>
          <a:endParaRPr lang="en-US"/>
        </a:p>
      </dgm:t>
    </dgm:pt>
    <dgm:pt modelId="{F9DB8084-134B-428C-BCDD-29924D763A0B}" type="parTrans" cxnId="{D8E56CAF-EFB7-47BF-8A97-EDA183DF4F31}">
      <dgm:prSet/>
      <dgm:spPr/>
      <dgm:t>
        <a:bodyPr/>
        <a:lstStyle/>
        <a:p>
          <a:endParaRPr lang="en-US"/>
        </a:p>
      </dgm:t>
    </dgm:pt>
    <dgm:pt modelId="{A9CDB164-8656-42B0-B51D-572332B1F4A0}" type="sibTrans" cxnId="{D8E56CAF-EFB7-47BF-8A97-EDA183DF4F31}">
      <dgm:prSet/>
      <dgm:spPr/>
      <dgm:t>
        <a:bodyPr/>
        <a:lstStyle/>
        <a:p>
          <a:endParaRPr lang="en-US"/>
        </a:p>
      </dgm:t>
    </dgm:pt>
    <dgm:pt modelId="{1BDD70A8-D561-47B3-B20D-D122743C46EA}">
      <dgm:prSet phldrT="[Text]" phldr="0"/>
      <dgm:spPr/>
      <dgm:t>
        <a:bodyPr/>
        <a:lstStyle/>
        <a:p>
          <a:r>
            <a:rPr lang="en-US">
              <a:latin typeface="Arial" panose="020B0604020202020204"/>
            </a:rPr>
            <a:t>XG Boost</a:t>
          </a:r>
          <a:endParaRPr lang="en-US"/>
        </a:p>
      </dgm:t>
    </dgm:pt>
    <dgm:pt modelId="{4D21A6B5-4582-4AE0-8BDC-49A6B4E50BCD}" type="parTrans" cxnId="{84AA6DB6-317D-4C93-8757-778F8392FE92}">
      <dgm:prSet/>
      <dgm:spPr/>
      <dgm:t>
        <a:bodyPr/>
        <a:lstStyle/>
        <a:p>
          <a:endParaRPr lang="en-US"/>
        </a:p>
      </dgm:t>
    </dgm:pt>
    <dgm:pt modelId="{71CE1912-566C-4BB6-9323-87DA68CE8A96}" type="sibTrans" cxnId="{84AA6DB6-317D-4C93-8757-778F8392FE92}">
      <dgm:prSet/>
      <dgm:spPr/>
      <dgm:t>
        <a:bodyPr/>
        <a:lstStyle/>
        <a:p>
          <a:endParaRPr lang="en-US"/>
        </a:p>
      </dgm:t>
    </dgm:pt>
    <dgm:pt modelId="{26C51A4D-129C-40DA-B5A5-4B7AD8E5EB4F}">
      <dgm:prSet phldrT="[Text]" phldr="0"/>
      <dgm:spPr/>
      <dgm:t>
        <a:bodyPr/>
        <a:lstStyle/>
        <a:p>
          <a:r>
            <a:rPr lang="en-US">
              <a:latin typeface="Arial" panose="020B0604020202020204"/>
            </a:rPr>
            <a:t>ANN</a:t>
          </a:r>
          <a:endParaRPr lang="en-US"/>
        </a:p>
      </dgm:t>
    </dgm:pt>
    <dgm:pt modelId="{E734FC92-FD58-4EE1-A907-984DF0008C77}" type="parTrans" cxnId="{F0DA9F6A-B822-493A-8598-241B5745BE3F}">
      <dgm:prSet/>
      <dgm:spPr/>
      <dgm:t>
        <a:bodyPr/>
        <a:lstStyle/>
        <a:p>
          <a:endParaRPr lang="en-US"/>
        </a:p>
      </dgm:t>
    </dgm:pt>
    <dgm:pt modelId="{E3C72DA8-8035-4C3F-BD74-CEDF66587F44}" type="sibTrans" cxnId="{F0DA9F6A-B822-493A-8598-241B5745BE3F}">
      <dgm:prSet/>
      <dgm:spPr/>
      <dgm:t>
        <a:bodyPr/>
        <a:lstStyle/>
        <a:p>
          <a:endParaRPr lang="en-US"/>
        </a:p>
      </dgm:t>
    </dgm:pt>
    <dgm:pt modelId="{DBBE9151-B390-4EDE-8114-1C960FB0EAAA}">
      <dgm:prSet phldrT="[Text]" phldr="0"/>
      <dgm:spPr/>
      <dgm:t>
        <a:bodyPr/>
        <a:lstStyle/>
        <a:p>
          <a:pPr rtl="0"/>
          <a:r>
            <a:rPr lang="en-US">
              <a:latin typeface="Arial" panose="020B0604020202020204"/>
            </a:rPr>
            <a:t>LLM Based</a:t>
          </a:r>
          <a:endParaRPr lang="en-US"/>
        </a:p>
      </dgm:t>
    </dgm:pt>
    <dgm:pt modelId="{669F754D-C9FE-46AA-9FE6-CD43DF22BDD6}" type="parTrans" cxnId="{1BB3A6C1-D27D-42DA-8DBA-871A88DA25C6}">
      <dgm:prSet/>
      <dgm:spPr/>
      <dgm:t>
        <a:bodyPr/>
        <a:lstStyle/>
        <a:p>
          <a:endParaRPr lang="en-US"/>
        </a:p>
      </dgm:t>
    </dgm:pt>
    <dgm:pt modelId="{43B171DF-3ACA-4B35-912B-4FF90AAC4B4E}" type="sibTrans" cxnId="{1BB3A6C1-D27D-42DA-8DBA-871A88DA25C6}">
      <dgm:prSet/>
      <dgm:spPr/>
      <dgm:t>
        <a:bodyPr/>
        <a:lstStyle/>
        <a:p>
          <a:endParaRPr lang="en-US"/>
        </a:p>
      </dgm:t>
    </dgm:pt>
    <dgm:pt modelId="{D2AD08B0-FB3D-481E-B6EE-A22A03257122}">
      <dgm:prSet phldr="0"/>
      <dgm:spPr/>
      <dgm:t>
        <a:bodyPr/>
        <a:lstStyle/>
        <a:p>
          <a:pPr rtl="0"/>
          <a:r>
            <a:rPr lang="en-US">
              <a:latin typeface="Arial" panose="020B0604020202020204"/>
            </a:rPr>
            <a:t>Random Forest</a:t>
          </a:r>
        </a:p>
      </dgm:t>
    </dgm:pt>
    <dgm:pt modelId="{17249ED5-E3C4-4017-8D6D-50F6776E444C}" type="parTrans" cxnId="{BF0F5F5D-660B-694D-8D58-1A79E418E3E5}">
      <dgm:prSet/>
      <dgm:spPr/>
      <dgm:t>
        <a:bodyPr/>
        <a:lstStyle/>
        <a:p>
          <a:endParaRPr lang="en-IN"/>
        </a:p>
      </dgm:t>
    </dgm:pt>
    <dgm:pt modelId="{B647E219-1E9E-49D5-8CD0-A711F7C00AA4}" type="sibTrans" cxnId="{BF0F5F5D-660B-694D-8D58-1A79E418E3E5}">
      <dgm:prSet/>
      <dgm:spPr/>
      <dgm:t>
        <a:bodyPr/>
        <a:lstStyle/>
        <a:p>
          <a:endParaRPr lang="en-IN"/>
        </a:p>
      </dgm:t>
    </dgm:pt>
    <dgm:pt modelId="{ACB79AF7-9965-46B0-AA3C-67CDC01D7E47}" type="pres">
      <dgm:prSet presAssocID="{75D99D08-9904-4EF6-9195-A040D79C163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9C35EE-F4D6-45BF-AAC3-A4CEA9FF9718}" type="pres">
      <dgm:prSet presAssocID="{CDB6FF33-B9CA-40B1-9626-A3F16D80907A}" presName="hierRoot1" presStyleCnt="0"/>
      <dgm:spPr/>
    </dgm:pt>
    <dgm:pt modelId="{6C6E3819-232D-4A5B-B921-4A6F6D08D39F}" type="pres">
      <dgm:prSet presAssocID="{CDB6FF33-B9CA-40B1-9626-A3F16D80907A}" presName="composite" presStyleCnt="0"/>
      <dgm:spPr/>
    </dgm:pt>
    <dgm:pt modelId="{93A9AB5B-8383-4776-9CC1-262F2D44A28A}" type="pres">
      <dgm:prSet presAssocID="{CDB6FF33-B9CA-40B1-9626-A3F16D80907A}" presName="background" presStyleLbl="node0" presStyleIdx="0" presStyleCnt="1"/>
      <dgm:spPr/>
    </dgm:pt>
    <dgm:pt modelId="{335E1D07-7D01-4530-BCBC-B389AFB7D688}" type="pres">
      <dgm:prSet presAssocID="{CDB6FF33-B9CA-40B1-9626-A3F16D80907A}" presName="text" presStyleLbl="fgAcc0" presStyleIdx="0" presStyleCnt="1">
        <dgm:presLayoutVars>
          <dgm:chPref val="3"/>
        </dgm:presLayoutVars>
      </dgm:prSet>
      <dgm:spPr/>
    </dgm:pt>
    <dgm:pt modelId="{5424A7E2-3A23-48B1-8466-1FA8E2210B38}" type="pres">
      <dgm:prSet presAssocID="{CDB6FF33-B9CA-40B1-9626-A3F16D80907A}" presName="hierChild2" presStyleCnt="0"/>
      <dgm:spPr/>
    </dgm:pt>
    <dgm:pt modelId="{49EF22C8-244B-421C-9058-6E0A55684CE6}" type="pres">
      <dgm:prSet presAssocID="{17249ED5-E3C4-4017-8D6D-50F6776E444C}" presName="Name10" presStyleLbl="parChTrans1D2" presStyleIdx="0" presStyleCnt="4"/>
      <dgm:spPr/>
    </dgm:pt>
    <dgm:pt modelId="{996C6A93-BFA0-4400-9F9E-79AE0D768E1A}" type="pres">
      <dgm:prSet presAssocID="{D2AD08B0-FB3D-481E-B6EE-A22A03257122}" presName="hierRoot2" presStyleCnt="0"/>
      <dgm:spPr/>
    </dgm:pt>
    <dgm:pt modelId="{184D2AB7-7C4B-42BC-B200-E0D4D8133F6E}" type="pres">
      <dgm:prSet presAssocID="{D2AD08B0-FB3D-481E-B6EE-A22A03257122}" presName="composite2" presStyleCnt="0"/>
      <dgm:spPr/>
    </dgm:pt>
    <dgm:pt modelId="{5BA7CDA0-D239-4408-9118-73A37C9D0C3B}" type="pres">
      <dgm:prSet presAssocID="{D2AD08B0-FB3D-481E-B6EE-A22A03257122}" presName="background2" presStyleLbl="node2" presStyleIdx="0" presStyleCnt="4"/>
      <dgm:spPr/>
    </dgm:pt>
    <dgm:pt modelId="{4D212F71-64A9-4065-9A18-0CF8D2AD1014}" type="pres">
      <dgm:prSet presAssocID="{D2AD08B0-FB3D-481E-B6EE-A22A03257122}" presName="text2" presStyleLbl="fgAcc2" presStyleIdx="0" presStyleCnt="4">
        <dgm:presLayoutVars>
          <dgm:chPref val="3"/>
        </dgm:presLayoutVars>
      </dgm:prSet>
      <dgm:spPr/>
    </dgm:pt>
    <dgm:pt modelId="{9C2C1937-B05A-458B-AB2C-672EBD1BA40A}" type="pres">
      <dgm:prSet presAssocID="{D2AD08B0-FB3D-481E-B6EE-A22A03257122}" presName="hierChild3" presStyleCnt="0"/>
      <dgm:spPr/>
    </dgm:pt>
    <dgm:pt modelId="{5EE54B69-9254-4424-8CD1-10D0D74D8396}" type="pres">
      <dgm:prSet presAssocID="{4D21A6B5-4582-4AE0-8BDC-49A6B4E50BCD}" presName="Name10" presStyleLbl="parChTrans1D2" presStyleIdx="1" presStyleCnt="4"/>
      <dgm:spPr/>
    </dgm:pt>
    <dgm:pt modelId="{C59B99A6-72C4-48E5-9FEC-8FDE7924049C}" type="pres">
      <dgm:prSet presAssocID="{1BDD70A8-D561-47B3-B20D-D122743C46EA}" presName="hierRoot2" presStyleCnt="0"/>
      <dgm:spPr/>
    </dgm:pt>
    <dgm:pt modelId="{F6616B0A-A51E-47DA-A6A8-188BB0428FFE}" type="pres">
      <dgm:prSet presAssocID="{1BDD70A8-D561-47B3-B20D-D122743C46EA}" presName="composite2" presStyleCnt="0"/>
      <dgm:spPr/>
    </dgm:pt>
    <dgm:pt modelId="{DA56FB36-7F3F-4C54-96B8-3EE537A84909}" type="pres">
      <dgm:prSet presAssocID="{1BDD70A8-D561-47B3-B20D-D122743C46EA}" presName="background2" presStyleLbl="node2" presStyleIdx="1" presStyleCnt="4"/>
      <dgm:spPr/>
    </dgm:pt>
    <dgm:pt modelId="{90E0311E-EEA2-4418-878F-78FDE42000A6}" type="pres">
      <dgm:prSet presAssocID="{1BDD70A8-D561-47B3-B20D-D122743C46EA}" presName="text2" presStyleLbl="fgAcc2" presStyleIdx="1" presStyleCnt="4">
        <dgm:presLayoutVars>
          <dgm:chPref val="3"/>
        </dgm:presLayoutVars>
      </dgm:prSet>
      <dgm:spPr/>
    </dgm:pt>
    <dgm:pt modelId="{1AC8D303-DF63-456C-9EC3-90F584298030}" type="pres">
      <dgm:prSet presAssocID="{1BDD70A8-D561-47B3-B20D-D122743C46EA}" presName="hierChild3" presStyleCnt="0"/>
      <dgm:spPr/>
    </dgm:pt>
    <dgm:pt modelId="{B004B7C4-12A1-4F48-99BE-D353E625A6E6}" type="pres">
      <dgm:prSet presAssocID="{E734FC92-FD58-4EE1-A907-984DF0008C77}" presName="Name10" presStyleLbl="parChTrans1D2" presStyleIdx="2" presStyleCnt="4"/>
      <dgm:spPr/>
    </dgm:pt>
    <dgm:pt modelId="{F6B0CB14-9AC1-4216-ACC0-0AACE02C364B}" type="pres">
      <dgm:prSet presAssocID="{26C51A4D-129C-40DA-B5A5-4B7AD8E5EB4F}" presName="hierRoot2" presStyleCnt="0"/>
      <dgm:spPr/>
    </dgm:pt>
    <dgm:pt modelId="{8AF7E3DC-1666-4347-B3AD-CB5706CEB590}" type="pres">
      <dgm:prSet presAssocID="{26C51A4D-129C-40DA-B5A5-4B7AD8E5EB4F}" presName="composite2" presStyleCnt="0"/>
      <dgm:spPr/>
    </dgm:pt>
    <dgm:pt modelId="{8BD29626-9288-45A3-895C-1009054ED502}" type="pres">
      <dgm:prSet presAssocID="{26C51A4D-129C-40DA-B5A5-4B7AD8E5EB4F}" presName="background2" presStyleLbl="node2" presStyleIdx="2" presStyleCnt="4"/>
      <dgm:spPr/>
    </dgm:pt>
    <dgm:pt modelId="{96BADD65-4DB5-41C7-98FA-601C6E2D924F}" type="pres">
      <dgm:prSet presAssocID="{26C51A4D-129C-40DA-B5A5-4B7AD8E5EB4F}" presName="text2" presStyleLbl="fgAcc2" presStyleIdx="2" presStyleCnt="4">
        <dgm:presLayoutVars>
          <dgm:chPref val="3"/>
        </dgm:presLayoutVars>
      </dgm:prSet>
      <dgm:spPr/>
    </dgm:pt>
    <dgm:pt modelId="{F74F4101-556C-4DC9-919C-5AE852967199}" type="pres">
      <dgm:prSet presAssocID="{26C51A4D-129C-40DA-B5A5-4B7AD8E5EB4F}" presName="hierChild3" presStyleCnt="0"/>
      <dgm:spPr/>
    </dgm:pt>
    <dgm:pt modelId="{0CF6497B-681D-4084-91B7-EA3CBB5B6BE5}" type="pres">
      <dgm:prSet presAssocID="{669F754D-C9FE-46AA-9FE6-CD43DF22BDD6}" presName="Name10" presStyleLbl="parChTrans1D2" presStyleIdx="3" presStyleCnt="4"/>
      <dgm:spPr/>
    </dgm:pt>
    <dgm:pt modelId="{60D91350-7B74-46A2-89B4-B1CF38EE59B3}" type="pres">
      <dgm:prSet presAssocID="{DBBE9151-B390-4EDE-8114-1C960FB0EAAA}" presName="hierRoot2" presStyleCnt="0"/>
      <dgm:spPr/>
    </dgm:pt>
    <dgm:pt modelId="{7AF16544-1FAD-4D88-B921-CB2450955DDB}" type="pres">
      <dgm:prSet presAssocID="{DBBE9151-B390-4EDE-8114-1C960FB0EAAA}" presName="composite2" presStyleCnt="0"/>
      <dgm:spPr/>
    </dgm:pt>
    <dgm:pt modelId="{AEA51DEF-4118-4021-AE08-306A7EB48855}" type="pres">
      <dgm:prSet presAssocID="{DBBE9151-B390-4EDE-8114-1C960FB0EAAA}" presName="background2" presStyleLbl="node2" presStyleIdx="3" presStyleCnt="4"/>
      <dgm:spPr/>
    </dgm:pt>
    <dgm:pt modelId="{974605B2-629E-48C2-9CCB-9947D63A1F00}" type="pres">
      <dgm:prSet presAssocID="{DBBE9151-B390-4EDE-8114-1C960FB0EAAA}" presName="text2" presStyleLbl="fgAcc2" presStyleIdx="3" presStyleCnt="4">
        <dgm:presLayoutVars>
          <dgm:chPref val="3"/>
        </dgm:presLayoutVars>
      </dgm:prSet>
      <dgm:spPr/>
    </dgm:pt>
    <dgm:pt modelId="{38EFC575-1A4E-4C05-90DD-9A66128F0971}" type="pres">
      <dgm:prSet presAssocID="{DBBE9151-B390-4EDE-8114-1C960FB0EAAA}" presName="hierChild3" presStyleCnt="0"/>
      <dgm:spPr/>
    </dgm:pt>
  </dgm:ptLst>
  <dgm:cxnLst>
    <dgm:cxn modelId="{25D1BD19-B716-4B39-8434-BA436B9497F1}" type="presOf" srcId="{75D99D08-9904-4EF6-9195-A040D79C1632}" destId="{ACB79AF7-9965-46B0-AA3C-67CDC01D7E47}" srcOrd="0" destOrd="0" presId="urn:microsoft.com/office/officeart/2005/8/layout/hierarchy1"/>
    <dgm:cxn modelId="{A6F23C2E-760B-1A4F-B7F1-4951A006E441}" type="presOf" srcId="{17249ED5-E3C4-4017-8D6D-50F6776E444C}" destId="{49EF22C8-244B-421C-9058-6E0A55684CE6}" srcOrd="0" destOrd="0" presId="urn:microsoft.com/office/officeart/2005/8/layout/hierarchy1"/>
    <dgm:cxn modelId="{5DB52F35-D542-4317-A1DE-7D1A4038EF70}" type="presOf" srcId="{DBBE9151-B390-4EDE-8114-1C960FB0EAAA}" destId="{974605B2-629E-48C2-9CCB-9947D63A1F00}" srcOrd="0" destOrd="0" presId="urn:microsoft.com/office/officeart/2005/8/layout/hierarchy1"/>
    <dgm:cxn modelId="{BF0F5F5D-660B-694D-8D58-1A79E418E3E5}" srcId="{CDB6FF33-B9CA-40B1-9626-A3F16D80907A}" destId="{D2AD08B0-FB3D-481E-B6EE-A22A03257122}" srcOrd="0" destOrd="0" parTransId="{17249ED5-E3C4-4017-8D6D-50F6776E444C}" sibTransId="{B647E219-1E9E-49D5-8CD0-A711F7C00AA4}"/>
    <dgm:cxn modelId="{40DE1B5E-6F6E-4718-9BA5-CE0486F69FA6}" type="presOf" srcId="{CDB6FF33-B9CA-40B1-9626-A3F16D80907A}" destId="{335E1D07-7D01-4530-BCBC-B389AFB7D688}" srcOrd="0" destOrd="0" presId="urn:microsoft.com/office/officeart/2005/8/layout/hierarchy1"/>
    <dgm:cxn modelId="{F0DA9F6A-B822-493A-8598-241B5745BE3F}" srcId="{CDB6FF33-B9CA-40B1-9626-A3F16D80907A}" destId="{26C51A4D-129C-40DA-B5A5-4B7AD8E5EB4F}" srcOrd="2" destOrd="0" parTransId="{E734FC92-FD58-4EE1-A907-984DF0008C77}" sibTransId="{E3C72DA8-8035-4C3F-BD74-CEDF66587F44}"/>
    <dgm:cxn modelId="{D5439B85-48BA-494D-89BF-CA7BCD1ACA90}" type="presOf" srcId="{4D21A6B5-4582-4AE0-8BDC-49A6B4E50BCD}" destId="{5EE54B69-9254-4424-8CD1-10D0D74D8396}" srcOrd="0" destOrd="0" presId="urn:microsoft.com/office/officeart/2005/8/layout/hierarchy1"/>
    <dgm:cxn modelId="{D8E56CAF-EFB7-47BF-8A97-EDA183DF4F31}" srcId="{75D99D08-9904-4EF6-9195-A040D79C1632}" destId="{CDB6FF33-B9CA-40B1-9626-A3F16D80907A}" srcOrd="0" destOrd="0" parTransId="{F9DB8084-134B-428C-BCDD-29924D763A0B}" sibTransId="{A9CDB164-8656-42B0-B51D-572332B1F4A0}"/>
    <dgm:cxn modelId="{84AA6DB6-317D-4C93-8757-778F8392FE92}" srcId="{CDB6FF33-B9CA-40B1-9626-A3F16D80907A}" destId="{1BDD70A8-D561-47B3-B20D-D122743C46EA}" srcOrd="1" destOrd="0" parTransId="{4D21A6B5-4582-4AE0-8BDC-49A6B4E50BCD}" sibTransId="{71CE1912-566C-4BB6-9323-87DA68CE8A96}"/>
    <dgm:cxn modelId="{E151F7B9-FE79-4820-BB84-5115C421DD33}" type="presOf" srcId="{E734FC92-FD58-4EE1-A907-984DF0008C77}" destId="{B004B7C4-12A1-4F48-99BE-D353E625A6E6}" srcOrd="0" destOrd="0" presId="urn:microsoft.com/office/officeart/2005/8/layout/hierarchy1"/>
    <dgm:cxn modelId="{1BB3A6C1-D27D-42DA-8DBA-871A88DA25C6}" srcId="{CDB6FF33-B9CA-40B1-9626-A3F16D80907A}" destId="{DBBE9151-B390-4EDE-8114-1C960FB0EAAA}" srcOrd="3" destOrd="0" parTransId="{669F754D-C9FE-46AA-9FE6-CD43DF22BDD6}" sibTransId="{43B171DF-3ACA-4B35-912B-4FF90AAC4B4E}"/>
    <dgm:cxn modelId="{2980C7D4-4C65-4458-BB7D-E98FC9424F4D}" type="presOf" srcId="{1BDD70A8-D561-47B3-B20D-D122743C46EA}" destId="{90E0311E-EEA2-4418-878F-78FDE42000A6}" srcOrd="0" destOrd="0" presId="urn:microsoft.com/office/officeart/2005/8/layout/hierarchy1"/>
    <dgm:cxn modelId="{60A1BBEE-74E1-4901-9DA7-3B9DA5C6EDF3}" type="presOf" srcId="{26C51A4D-129C-40DA-B5A5-4B7AD8E5EB4F}" destId="{96BADD65-4DB5-41C7-98FA-601C6E2D924F}" srcOrd="0" destOrd="0" presId="urn:microsoft.com/office/officeart/2005/8/layout/hierarchy1"/>
    <dgm:cxn modelId="{5F7C0FF5-FE66-0948-9EE3-EC466A3162DD}" type="presOf" srcId="{D2AD08B0-FB3D-481E-B6EE-A22A03257122}" destId="{4D212F71-64A9-4065-9A18-0CF8D2AD1014}" srcOrd="0" destOrd="0" presId="urn:microsoft.com/office/officeart/2005/8/layout/hierarchy1"/>
    <dgm:cxn modelId="{6926B6F5-241D-4BE1-8928-715524ABA604}" type="presOf" srcId="{669F754D-C9FE-46AA-9FE6-CD43DF22BDD6}" destId="{0CF6497B-681D-4084-91B7-EA3CBB5B6BE5}" srcOrd="0" destOrd="0" presId="urn:microsoft.com/office/officeart/2005/8/layout/hierarchy1"/>
    <dgm:cxn modelId="{9BAB39E0-C1EA-4B9A-BFDD-6FE7489A0886}" type="presParOf" srcId="{ACB79AF7-9965-46B0-AA3C-67CDC01D7E47}" destId="{739C35EE-F4D6-45BF-AAC3-A4CEA9FF9718}" srcOrd="0" destOrd="0" presId="urn:microsoft.com/office/officeart/2005/8/layout/hierarchy1"/>
    <dgm:cxn modelId="{757B6C8D-17B2-4E1A-8603-C89FB574BBD7}" type="presParOf" srcId="{739C35EE-F4D6-45BF-AAC3-A4CEA9FF9718}" destId="{6C6E3819-232D-4A5B-B921-4A6F6D08D39F}" srcOrd="0" destOrd="0" presId="urn:microsoft.com/office/officeart/2005/8/layout/hierarchy1"/>
    <dgm:cxn modelId="{ED0F24BF-324D-4B02-B023-8559FD2A24BA}" type="presParOf" srcId="{6C6E3819-232D-4A5B-B921-4A6F6D08D39F}" destId="{93A9AB5B-8383-4776-9CC1-262F2D44A28A}" srcOrd="0" destOrd="0" presId="urn:microsoft.com/office/officeart/2005/8/layout/hierarchy1"/>
    <dgm:cxn modelId="{1D36932C-C1F4-4AD1-9E3D-2FBB9F02D2FE}" type="presParOf" srcId="{6C6E3819-232D-4A5B-B921-4A6F6D08D39F}" destId="{335E1D07-7D01-4530-BCBC-B389AFB7D688}" srcOrd="1" destOrd="0" presId="urn:microsoft.com/office/officeart/2005/8/layout/hierarchy1"/>
    <dgm:cxn modelId="{4832A273-38F8-4F55-A6B1-0674DEE71BBE}" type="presParOf" srcId="{739C35EE-F4D6-45BF-AAC3-A4CEA9FF9718}" destId="{5424A7E2-3A23-48B1-8466-1FA8E2210B38}" srcOrd="1" destOrd="0" presId="urn:microsoft.com/office/officeart/2005/8/layout/hierarchy1"/>
    <dgm:cxn modelId="{E8DA1933-31BC-3248-B687-6BA6E85BB443}" type="presParOf" srcId="{5424A7E2-3A23-48B1-8466-1FA8E2210B38}" destId="{49EF22C8-244B-421C-9058-6E0A55684CE6}" srcOrd="0" destOrd="0" presId="urn:microsoft.com/office/officeart/2005/8/layout/hierarchy1"/>
    <dgm:cxn modelId="{E19B3F27-C19C-2344-98F3-77DF69848EE5}" type="presParOf" srcId="{5424A7E2-3A23-48B1-8466-1FA8E2210B38}" destId="{996C6A93-BFA0-4400-9F9E-79AE0D768E1A}" srcOrd="1" destOrd="0" presId="urn:microsoft.com/office/officeart/2005/8/layout/hierarchy1"/>
    <dgm:cxn modelId="{8DB5D378-056C-444B-BEB5-4B6B3CB9EE6D}" type="presParOf" srcId="{996C6A93-BFA0-4400-9F9E-79AE0D768E1A}" destId="{184D2AB7-7C4B-42BC-B200-E0D4D8133F6E}" srcOrd="0" destOrd="0" presId="urn:microsoft.com/office/officeart/2005/8/layout/hierarchy1"/>
    <dgm:cxn modelId="{D031904C-6B7B-6348-B6A1-84864340BF2E}" type="presParOf" srcId="{184D2AB7-7C4B-42BC-B200-E0D4D8133F6E}" destId="{5BA7CDA0-D239-4408-9118-73A37C9D0C3B}" srcOrd="0" destOrd="0" presId="urn:microsoft.com/office/officeart/2005/8/layout/hierarchy1"/>
    <dgm:cxn modelId="{77434BDA-F40D-F34E-AD7A-C72F0E48133D}" type="presParOf" srcId="{184D2AB7-7C4B-42BC-B200-E0D4D8133F6E}" destId="{4D212F71-64A9-4065-9A18-0CF8D2AD1014}" srcOrd="1" destOrd="0" presId="urn:microsoft.com/office/officeart/2005/8/layout/hierarchy1"/>
    <dgm:cxn modelId="{3D221BA4-654B-8F4C-88CD-7DC4E451B13A}" type="presParOf" srcId="{996C6A93-BFA0-4400-9F9E-79AE0D768E1A}" destId="{9C2C1937-B05A-458B-AB2C-672EBD1BA40A}" srcOrd="1" destOrd="0" presId="urn:microsoft.com/office/officeart/2005/8/layout/hierarchy1"/>
    <dgm:cxn modelId="{38621E7C-9BE2-4DE7-BD45-3B67D8BDDCD3}" type="presParOf" srcId="{5424A7E2-3A23-48B1-8466-1FA8E2210B38}" destId="{5EE54B69-9254-4424-8CD1-10D0D74D8396}" srcOrd="2" destOrd="0" presId="urn:microsoft.com/office/officeart/2005/8/layout/hierarchy1"/>
    <dgm:cxn modelId="{C1FB3779-5B11-448C-9E98-CF55413582D0}" type="presParOf" srcId="{5424A7E2-3A23-48B1-8466-1FA8E2210B38}" destId="{C59B99A6-72C4-48E5-9FEC-8FDE7924049C}" srcOrd="3" destOrd="0" presId="urn:microsoft.com/office/officeart/2005/8/layout/hierarchy1"/>
    <dgm:cxn modelId="{D5F1F242-FA6F-4A1E-9769-F58259D57B56}" type="presParOf" srcId="{C59B99A6-72C4-48E5-9FEC-8FDE7924049C}" destId="{F6616B0A-A51E-47DA-A6A8-188BB0428FFE}" srcOrd="0" destOrd="0" presId="urn:microsoft.com/office/officeart/2005/8/layout/hierarchy1"/>
    <dgm:cxn modelId="{BF7B23F5-DBDF-4F2E-8EAD-2F3033620CC8}" type="presParOf" srcId="{F6616B0A-A51E-47DA-A6A8-188BB0428FFE}" destId="{DA56FB36-7F3F-4C54-96B8-3EE537A84909}" srcOrd="0" destOrd="0" presId="urn:microsoft.com/office/officeart/2005/8/layout/hierarchy1"/>
    <dgm:cxn modelId="{5CE57D18-4010-4709-9AF1-B4D76C233023}" type="presParOf" srcId="{F6616B0A-A51E-47DA-A6A8-188BB0428FFE}" destId="{90E0311E-EEA2-4418-878F-78FDE42000A6}" srcOrd="1" destOrd="0" presId="urn:microsoft.com/office/officeart/2005/8/layout/hierarchy1"/>
    <dgm:cxn modelId="{36B186C5-A369-46A0-B4B9-5117A7B58882}" type="presParOf" srcId="{C59B99A6-72C4-48E5-9FEC-8FDE7924049C}" destId="{1AC8D303-DF63-456C-9EC3-90F584298030}" srcOrd="1" destOrd="0" presId="urn:microsoft.com/office/officeart/2005/8/layout/hierarchy1"/>
    <dgm:cxn modelId="{CCD58979-19DC-44ED-88E1-9D9FC992F280}" type="presParOf" srcId="{5424A7E2-3A23-48B1-8466-1FA8E2210B38}" destId="{B004B7C4-12A1-4F48-99BE-D353E625A6E6}" srcOrd="4" destOrd="0" presId="urn:microsoft.com/office/officeart/2005/8/layout/hierarchy1"/>
    <dgm:cxn modelId="{B4EE75AF-2D9B-4202-B150-2079E994A189}" type="presParOf" srcId="{5424A7E2-3A23-48B1-8466-1FA8E2210B38}" destId="{F6B0CB14-9AC1-4216-ACC0-0AACE02C364B}" srcOrd="5" destOrd="0" presId="urn:microsoft.com/office/officeart/2005/8/layout/hierarchy1"/>
    <dgm:cxn modelId="{BB0969A2-E7BD-456A-B164-FBFAEE62145D}" type="presParOf" srcId="{F6B0CB14-9AC1-4216-ACC0-0AACE02C364B}" destId="{8AF7E3DC-1666-4347-B3AD-CB5706CEB590}" srcOrd="0" destOrd="0" presId="urn:microsoft.com/office/officeart/2005/8/layout/hierarchy1"/>
    <dgm:cxn modelId="{7EAAA2A8-BA5D-4B42-8DF3-838080A99DE8}" type="presParOf" srcId="{8AF7E3DC-1666-4347-B3AD-CB5706CEB590}" destId="{8BD29626-9288-45A3-895C-1009054ED502}" srcOrd="0" destOrd="0" presId="urn:microsoft.com/office/officeart/2005/8/layout/hierarchy1"/>
    <dgm:cxn modelId="{5D6960B8-5204-4DA5-A7DA-9611BB323CB1}" type="presParOf" srcId="{8AF7E3DC-1666-4347-B3AD-CB5706CEB590}" destId="{96BADD65-4DB5-41C7-98FA-601C6E2D924F}" srcOrd="1" destOrd="0" presId="urn:microsoft.com/office/officeart/2005/8/layout/hierarchy1"/>
    <dgm:cxn modelId="{85906096-E020-4CC7-8929-19DC9D00ABD6}" type="presParOf" srcId="{F6B0CB14-9AC1-4216-ACC0-0AACE02C364B}" destId="{F74F4101-556C-4DC9-919C-5AE852967199}" srcOrd="1" destOrd="0" presId="urn:microsoft.com/office/officeart/2005/8/layout/hierarchy1"/>
    <dgm:cxn modelId="{07A80CA4-810F-424F-A212-BF9128C67608}" type="presParOf" srcId="{5424A7E2-3A23-48B1-8466-1FA8E2210B38}" destId="{0CF6497B-681D-4084-91B7-EA3CBB5B6BE5}" srcOrd="6" destOrd="0" presId="urn:microsoft.com/office/officeart/2005/8/layout/hierarchy1"/>
    <dgm:cxn modelId="{C5AAAB87-4C53-410C-9B70-37F471191EBB}" type="presParOf" srcId="{5424A7E2-3A23-48B1-8466-1FA8E2210B38}" destId="{60D91350-7B74-46A2-89B4-B1CF38EE59B3}" srcOrd="7" destOrd="0" presId="urn:microsoft.com/office/officeart/2005/8/layout/hierarchy1"/>
    <dgm:cxn modelId="{256C7406-C138-4809-A2D8-8B4BECD6DCEC}" type="presParOf" srcId="{60D91350-7B74-46A2-89B4-B1CF38EE59B3}" destId="{7AF16544-1FAD-4D88-B921-CB2450955DDB}" srcOrd="0" destOrd="0" presId="urn:microsoft.com/office/officeart/2005/8/layout/hierarchy1"/>
    <dgm:cxn modelId="{A2812F91-E967-44A3-89B3-46F3E1BBE508}" type="presParOf" srcId="{7AF16544-1FAD-4D88-B921-CB2450955DDB}" destId="{AEA51DEF-4118-4021-AE08-306A7EB48855}" srcOrd="0" destOrd="0" presId="urn:microsoft.com/office/officeart/2005/8/layout/hierarchy1"/>
    <dgm:cxn modelId="{18F788F1-CD39-40FE-BD45-0CFBEA2D6D0C}" type="presParOf" srcId="{7AF16544-1FAD-4D88-B921-CB2450955DDB}" destId="{974605B2-629E-48C2-9CCB-9947D63A1F00}" srcOrd="1" destOrd="0" presId="urn:microsoft.com/office/officeart/2005/8/layout/hierarchy1"/>
    <dgm:cxn modelId="{D4A61636-1A55-45CB-B6FF-01C702A957BC}" type="presParOf" srcId="{60D91350-7B74-46A2-89B4-B1CF38EE59B3}" destId="{38EFC575-1A4E-4C05-90DD-9A66128F09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6497B-681D-4084-91B7-EA3CBB5B6BE5}">
      <dsp:nvSpPr>
        <dsp:cNvPr id="0" name=""/>
        <dsp:cNvSpPr/>
      </dsp:nvSpPr>
      <dsp:spPr>
        <a:xfrm>
          <a:off x="2058800" y="1122473"/>
          <a:ext cx="1616658" cy="256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770"/>
              </a:lnTo>
              <a:lnTo>
                <a:pt x="1616658" y="174770"/>
              </a:lnTo>
              <a:lnTo>
                <a:pt x="1616658" y="2564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04B7C4-12A1-4F48-99BE-D353E625A6E6}">
      <dsp:nvSpPr>
        <dsp:cNvPr id="0" name=""/>
        <dsp:cNvSpPr/>
      </dsp:nvSpPr>
      <dsp:spPr>
        <a:xfrm>
          <a:off x="2058800" y="1122473"/>
          <a:ext cx="538886" cy="256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770"/>
              </a:lnTo>
              <a:lnTo>
                <a:pt x="538886" y="174770"/>
              </a:lnTo>
              <a:lnTo>
                <a:pt x="538886" y="2564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E54B69-9254-4424-8CD1-10D0D74D8396}">
      <dsp:nvSpPr>
        <dsp:cNvPr id="0" name=""/>
        <dsp:cNvSpPr/>
      </dsp:nvSpPr>
      <dsp:spPr>
        <a:xfrm>
          <a:off x="1519914" y="1122473"/>
          <a:ext cx="538886" cy="256460"/>
        </a:xfrm>
        <a:custGeom>
          <a:avLst/>
          <a:gdLst/>
          <a:ahLst/>
          <a:cxnLst/>
          <a:rect l="0" t="0" r="0" b="0"/>
          <a:pathLst>
            <a:path>
              <a:moveTo>
                <a:pt x="538886" y="0"/>
              </a:moveTo>
              <a:lnTo>
                <a:pt x="538886" y="174770"/>
              </a:lnTo>
              <a:lnTo>
                <a:pt x="0" y="174770"/>
              </a:lnTo>
              <a:lnTo>
                <a:pt x="0" y="2564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EF22C8-244B-421C-9058-6E0A55684CE6}">
      <dsp:nvSpPr>
        <dsp:cNvPr id="0" name=""/>
        <dsp:cNvSpPr/>
      </dsp:nvSpPr>
      <dsp:spPr>
        <a:xfrm>
          <a:off x="442141" y="1122473"/>
          <a:ext cx="1616658" cy="256460"/>
        </a:xfrm>
        <a:custGeom>
          <a:avLst/>
          <a:gdLst/>
          <a:ahLst/>
          <a:cxnLst/>
          <a:rect l="0" t="0" r="0" b="0"/>
          <a:pathLst>
            <a:path>
              <a:moveTo>
                <a:pt x="1616658" y="0"/>
              </a:moveTo>
              <a:lnTo>
                <a:pt x="1616658" y="174770"/>
              </a:lnTo>
              <a:lnTo>
                <a:pt x="0" y="174770"/>
              </a:lnTo>
              <a:lnTo>
                <a:pt x="0" y="2564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9AB5B-8383-4776-9CC1-262F2D44A28A}">
      <dsp:nvSpPr>
        <dsp:cNvPr id="0" name=""/>
        <dsp:cNvSpPr/>
      </dsp:nvSpPr>
      <dsp:spPr>
        <a:xfrm>
          <a:off x="1617893" y="562521"/>
          <a:ext cx="881813" cy="5599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E1D07-7D01-4530-BCBC-B389AFB7D688}">
      <dsp:nvSpPr>
        <dsp:cNvPr id="0" name=""/>
        <dsp:cNvSpPr/>
      </dsp:nvSpPr>
      <dsp:spPr>
        <a:xfrm>
          <a:off x="1715873" y="655601"/>
          <a:ext cx="881813" cy="5599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Arial" panose="020B0604020202020204"/>
            </a:rPr>
            <a:t>Methodology</a:t>
          </a:r>
          <a:endParaRPr lang="en-US" sz="1000" kern="1200"/>
        </a:p>
      </dsp:txBody>
      <dsp:txXfrm>
        <a:off x="1732273" y="672001"/>
        <a:ext cx="849013" cy="527151"/>
      </dsp:txXfrm>
    </dsp:sp>
    <dsp:sp modelId="{5BA7CDA0-D239-4408-9118-73A37C9D0C3B}">
      <dsp:nvSpPr>
        <dsp:cNvPr id="0" name=""/>
        <dsp:cNvSpPr/>
      </dsp:nvSpPr>
      <dsp:spPr>
        <a:xfrm>
          <a:off x="1235" y="1378934"/>
          <a:ext cx="881813" cy="5599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12F71-64A9-4065-9A18-0CF8D2AD1014}">
      <dsp:nvSpPr>
        <dsp:cNvPr id="0" name=""/>
        <dsp:cNvSpPr/>
      </dsp:nvSpPr>
      <dsp:spPr>
        <a:xfrm>
          <a:off x="99214" y="1472014"/>
          <a:ext cx="881813" cy="5599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Arial" panose="020B0604020202020204"/>
            </a:rPr>
            <a:t>Random Forest</a:t>
          </a:r>
        </a:p>
      </dsp:txBody>
      <dsp:txXfrm>
        <a:off x="115614" y="1488414"/>
        <a:ext cx="849013" cy="527151"/>
      </dsp:txXfrm>
    </dsp:sp>
    <dsp:sp modelId="{DA56FB36-7F3F-4C54-96B8-3EE537A84909}">
      <dsp:nvSpPr>
        <dsp:cNvPr id="0" name=""/>
        <dsp:cNvSpPr/>
      </dsp:nvSpPr>
      <dsp:spPr>
        <a:xfrm>
          <a:off x="1079007" y="1378934"/>
          <a:ext cx="881813" cy="5599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0311E-EEA2-4418-878F-78FDE42000A6}">
      <dsp:nvSpPr>
        <dsp:cNvPr id="0" name=""/>
        <dsp:cNvSpPr/>
      </dsp:nvSpPr>
      <dsp:spPr>
        <a:xfrm>
          <a:off x="1176986" y="1472014"/>
          <a:ext cx="881813" cy="5599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Arial" panose="020B0604020202020204"/>
            </a:rPr>
            <a:t>XG Boost</a:t>
          </a:r>
          <a:endParaRPr lang="en-US" sz="1000" kern="1200"/>
        </a:p>
      </dsp:txBody>
      <dsp:txXfrm>
        <a:off x="1193386" y="1488414"/>
        <a:ext cx="849013" cy="527151"/>
      </dsp:txXfrm>
    </dsp:sp>
    <dsp:sp modelId="{8BD29626-9288-45A3-895C-1009054ED502}">
      <dsp:nvSpPr>
        <dsp:cNvPr id="0" name=""/>
        <dsp:cNvSpPr/>
      </dsp:nvSpPr>
      <dsp:spPr>
        <a:xfrm>
          <a:off x="2156780" y="1378934"/>
          <a:ext cx="881813" cy="5599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ADD65-4DB5-41C7-98FA-601C6E2D924F}">
      <dsp:nvSpPr>
        <dsp:cNvPr id="0" name=""/>
        <dsp:cNvSpPr/>
      </dsp:nvSpPr>
      <dsp:spPr>
        <a:xfrm>
          <a:off x="2254759" y="1472014"/>
          <a:ext cx="881813" cy="5599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Arial" panose="020B0604020202020204"/>
            </a:rPr>
            <a:t>ANN</a:t>
          </a:r>
          <a:endParaRPr lang="en-US" sz="1000" kern="1200"/>
        </a:p>
      </dsp:txBody>
      <dsp:txXfrm>
        <a:off x="2271159" y="1488414"/>
        <a:ext cx="849013" cy="527151"/>
      </dsp:txXfrm>
    </dsp:sp>
    <dsp:sp modelId="{AEA51DEF-4118-4021-AE08-306A7EB48855}">
      <dsp:nvSpPr>
        <dsp:cNvPr id="0" name=""/>
        <dsp:cNvSpPr/>
      </dsp:nvSpPr>
      <dsp:spPr>
        <a:xfrm>
          <a:off x="3234552" y="1378934"/>
          <a:ext cx="881813" cy="5599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605B2-629E-48C2-9CCB-9947D63A1F00}">
      <dsp:nvSpPr>
        <dsp:cNvPr id="0" name=""/>
        <dsp:cNvSpPr/>
      </dsp:nvSpPr>
      <dsp:spPr>
        <a:xfrm>
          <a:off x="3332532" y="1472014"/>
          <a:ext cx="881813" cy="5599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Arial" panose="020B0604020202020204"/>
            </a:rPr>
            <a:t>LLM Based</a:t>
          </a:r>
          <a:endParaRPr lang="en-US" sz="1000" kern="1200"/>
        </a:p>
      </dsp:txBody>
      <dsp:txXfrm>
        <a:off x="3348932" y="1488414"/>
        <a:ext cx="849013" cy="527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17401-20E7-534F-B5FC-928FC8E36F4F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26E80-BFDD-A042-8BC3-9D1BD7327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3C22F-4ECF-5222-6DE0-91A386AE1E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653" t="16297"/>
          <a:stretch/>
        </p:blipFill>
        <p:spPr>
          <a:xfrm>
            <a:off x="0" y="0"/>
            <a:ext cx="12192000" cy="68873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430DCE-C9BC-66B1-0D37-6CA64D8A6B96}"/>
              </a:ext>
            </a:extLst>
          </p:cNvPr>
          <p:cNvCxnSpPr>
            <a:cxnSpLocks/>
          </p:cNvCxnSpPr>
          <p:nvPr userDrawn="1"/>
        </p:nvCxnSpPr>
        <p:spPr>
          <a:xfrm>
            <a:off x="3724977" y="2877954"/>
            <a:ext cx="0" cy="2425566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50325C1-E299-2A0F-B8FF-62D04EA280A7}"/>
              </a:ext>
            </a:extLst>
          </p:cNvPr>
          <p:cNvGrpSpPr/>
          <p:nvPr userDrawn="1"/>
        </p:nvGrpSpPr>
        <p:grpSpPr>
          <a:xfrm>
            <a:off x="361699" y="322645"/>
            <a:ext cx="877821" cy="825435"/>
            <a:chOff x="2820419" y="1917376"/>
            <a:chExt cx="1059116" cy="1034350"/>
          </a:xfrm>
        </p:grpSpPr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1232F3DA-D2A3-7850-723D-824B4B829B39}"/>
                </a:ext>
              </a:extLst>
            </p:cNvPr>
            <p:cNvSpPr/>
            <p:nvPr userDrawn="1"/>
          </p:nvSpPr>
          <p:spPr>
            <a:xfrm rot="9000000">
              <a:off x="2820419" y="1917376"/>
              <a:ext cx="1059116" cy="1034350"/>
            </a:xfrm>
            <a:custGeom>
              <a:avLst/>
              <a:gdLst>
                <a:gd name="connsiteX0" fmla="*/ 0 w 837398"/>
                <a:gd name="connsiteY0" fmla="*/ 418699 h 837398"/>
                <a:gd name="connsiteX1" fmla="*/ 418699 w 837398"/>
                <a:gd name="connsiteY1" fmla="*/ 0 h 837398"/>
                <a:gd name="connsiteX2" fmla="*/ 837398 w 837398"/>
                <a:gd name="connsiteY2" fmla="*/ 418699 h 837398"/>
                <a:gd name="connsiteX3" fmla="*/ 418699 w 837398"/>
                <a:gd name="connsiteY3" fmla="*/ 837398 h 837398"/>
                <a:gd name="connsiteX4" fmla="*/ 0 w 837398"/>
                <a:gd name="connsiteY4" fmla="*/ 418699 h 837398"/>
                <a:gd name="connsiteX0" fmla="*/ 338 w 837736"/>
                <a:gd name="connsiteY0" fmla="*/ 399448 h 818147"/>
                <a:gd name="connsiteX1" fmla="*/ 476789 w 837736"/>
                <a:gd name="connsiteY1" fmla="*/ 0 h 818147"/>
                <a:gd name="connsiteX2" fmla="*/ 837736 w 837736"/>
                <a:gd name="connsiteY2" fmla="*/ 399448 h 818147"/>
                <a:gd name="connsiteX3" fmla="*/ 419037 w 837736"/>
                <a:gd name="connsiteY3" fmla="*/ 818147 h 818147"/>
                <a:gd name="connsiteX4" fmla="*/ 338 w 837736"/>
                <a:gd name="connsiteY4" fmla="*/ 399448 h 81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7736" h="818147">
                  <a:moveTo>
                    <a:pt x="338" y="399448"/>
                  </a:moveTo>
                  <a:cubicBezTo>
                    <a:pt x="9963" y="263090"/>
                    <a:pt x="245548" y="0"/>
                    <a:pt x="476789" y="0"/>
                  </a:cubicBezTo>
                  <a:cubicBezTo>
                    <a:pt x="708030" y="0"/>
                    <a:pt x="837736" y="168207"/>
                    <a:pt x="837736" y="399448"/>
                  </a:cubicBezTo>
                  <a:cubicBezTo>
                    <a:pt x="837736" y="630689"/>
                    <a:pt x="650278" y="818147"/>
                    <a:pt x="419037" y="818147"/>
                  </a:cubicBezTo>
                  <a:cubicBezTo>
                    <a:pt x="187796" y="818147"/>
                    <a:pt x="-9287" y="535806"/>
                    <a:pt x="338" y="399448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00309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317FFE-7699-017F-570F-CD950692E0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2874879" y="2012315"/>
              <a:ext cx="863000" cy="913765"/>
            </a:xfrm>
            <a:prstGeom prst="rect">
              <a:avLst/>
            </a:prstGeom>
          </p:spPr>
        </p:pic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62B22E-8DFD-FBD2-97F3-BB9D24A6B3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0375" y="1249681"/>
            <a:ext cx="7437438" cy="4653280"/>
          </a:xfrm>
        </p:spPr>
        <p:txBody>
          <a:bodyPr numCol="3" spcCol="360000"/>
          <a:lstStyle>
            <a:lvl1pPr algn="just"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556DD9B-A2D8-8CDF-B7C7-D3D65149EE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23238" y="1219200"/>
            <a:ext cx="3600450" cy="4683759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4E2C065-A81F-6591-F05C-BD08857C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marR="0" indent="0" algn="l" defTabSz="914309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914309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3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3C22F-4ECF-5222-6DE0-91A386AE1E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653" t="16297"/>
          <a:stretch/>
        </p:blipFill>
        <p:spPr>
          <a:xfrm>
            <a:off x="0" y="0"/>
            <a:ext cx="12192000" cy="68873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430DCE-C9BC-66B1-0D37-6CA64D8A6B96}"/>
              </a:ext>
            </a:extLst>
          </p:cNvPr>
          <p:cNvCxnSpPr>
            <a:cxnSpLocks/>
          </p:cNvCxnSpPr>
          <p:nvPr userDrawn="1"/>
        </p:nvCxnSpPr>
        <p:spPr>
          <a:xfrm>
            <a:off x="3724977" y="2877954"/>
            <a:ext cx="0" cy="2425566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50325C1-E299-2A0F-B8FF-62D04EA280A7}"/>
              </a:ext>
            </a:extLst>
          </p:cNvPr>
          <p:cNvGrpSpPr/>
          <p:nvPr userDrawn="1"/>
        </p:nvGrpSpPr>
        <p:grpSpPr>
          <a:xfrm>
            <a:off x="361699" y="322645"/>
            <a:ext cx="877821" cy="825435"/>
            <a:chOff x="2820419" y="1917376"/>
            <a:chExt cx="1059116" cy="1034350"/>
          </a:xfrm>
        </p:grpSpPr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1232F3DA-D2A3-7850-723D-824B4B829B39}"/>
                </a:ext>
              </a:extLst>
            </p:cNvPr>
            <p:cNvSpPr/>
            <p:nvPr userDrawn="1"/>
          </p:nvSpPr>
          <p:spPr>
            <a:xfrm rot="9000000">
              <a:off x="2820419" y="1917376"/>
              <a:ext cx="1059116" cy="1034350"/>
            </a:xfrm>
            <a:custGeom>
              <a:avLst/>
              <a:gdLst>
                <a:gd name="connsiteX0" fmla="*/ 0 w 837398"/>
                <a:gd name="connsiteY0" fmla="*/ 418699 h 837398"/>
                <a:gd name="connsiteX1" fmla="*/ 418699 w 837398"/>
                <a:gd name="connsiteY1" fmla="*/ 0 h 837398"/>
                <a:gd name="connsiteX2" fmla="*/ 837398 w 837398"/>
                <a:gd name="connsiteY2" fmla="*/ 418699 h 837398"/>
                <a:gd name="connsiteX3" fmla="*/ 418699 w 837398"/>
                <a:gd name="connsiteY3" fmla="*/ 837398 h 837398"/>
                <a:gd name="connsiteX4" fmla="*/ 0 w 837398"/>
                <a:gd name="connsiteY4" fmla="*/ 418699 h 837398"/>
                <a:gd name="connsiteX0" fmla="*/ 338 w 837736"/>
                <a:gd name="connsiteY0" fmla="*/ 399448 h 818147"/>
                <a:gd name="connsiteX1" fmla="*/ 476789 w 837736"/>
                <a:gd name="connsiteY1" fmla="*/ 0 h 818147"/>
                <a:gd name="connsiteX2" fmla="*/ 837736 w 837736"/>
                <a:gd name="connsiteY2" fmla="*/ 399448 h 818147"/>
                <a:gd name="connsiteX3" fmla="*/ 419037 w 837736"/>
                <a:gd name="connsiteY3" fmla="*/ 818147 h 818147"/>
                <a:gd name="connsiteX4" fmla="*/ 338 w 837736"/>
                <a:gd name="connsiteY4" fmla="*/ 399448 h 81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7736" h="818147">
                  <a:moveTo>
                    <a:pt x="338" y="399448"/>
                  </a:moveTo>
                  <a:cubicBezTo>
                    <a:pt x="9963" y="263090"/>
                    <a:pt x="245548" y="0"/>
                    <a:pt x="476789" y="0"/>
                  </a:cubicBezTo>
                  <a:cubicBezTo>
                    <a:pt x="708030" y="0"/>
                    <a:pt x="837736" y="168207"/>
                    <a:pt x="837736" y="399448"/>
                  </a:cubicBezTo>
                  <a:cubicBezTo>
                    <a:pt x="837736" y="630689"/>
                    <a:pt x="650278" y="818147"/>
                    <a:pt x="419037" y="818147"/>
                  </a:cubicBezTo>
                  <a:cubicBezTo>
                    <a:pt x="187796" y="818147"/>
                    <a:pt x="-9287" y="535806"/>
                    <a:pt x="338" y="399448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00309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317FFE-7699-017F-570F-CD950692E0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2874879" y="2012315"/>
              <a:ext cx="863000" cy="913765"/>
            </a:xfrm>
            <a:prstGeom prst="rect">
              <a:avLst/>
            </a:prstGeom>
          </p:spPr>
        </p:pic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62B22E-8DFD-FBD2-97F3-BB9D24A6B3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0375" y="1249681"/>
            <a:ext cx="7437438" cy="4653280"/>
          </a:xfrm>
        </p:spPr>
        <p:txBody>
          <a:bodyPr numCol="3" spcCol="360000"/>
          <a:lstStyle>
            <a:lvl1pPr algn="just"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556DD9B-A2D8-8CDF-B7C7-D3D65149EE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23238" y="1219200"/>
            <a:ext cx="3600450" cy="4683759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4E2C065-A81F-6591-F05C-BD08857C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marR="0" indent="0" algn="l" defTabSz="914309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914309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6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letters on a black background&#10;&#10;Description automatically generated">
            <a:extLst>
              <a:ext uri="{FF2B5EF4-FFF2-40B4-BE49-F238E27FC236}">
                <a16:creationId xmlns:a16="http://schemas.microsoft.com/office/drawing/2014/main" id="{12B1911B-3A75-DBB1-7DC5-089C9C009F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l="55584" r="26730" b="21399"/>
          <a:stretch/>
        </p:blipFill>
        <p:spPr>
          <a:xfrm>
            <a:off x="0" y="5725461"/>
            <a:ext cx="615768" cy="1132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279DDE-2724-AE03-FF27-E3A111A52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320" y="0"/>
            <a:ext cx="2694680" cy="1685926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C147F6D-79B5-2A18-1887-6F06CB4486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083" y="1565274"/>
            <a:ext cx="11266246" cy="4670426"/>
          </a:xfrm>
          <a:prstGeom prst="rect">
            <a:avLst/>
          </a:prstGeom>
        </p:spPr>
        <p:txBody>
          <a:bodyPr tIns="0" rIns="0">
            <a:noAutofit/>
          </a:bodyPr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  <a:lvl6pPr>
              <a:spcAft>
                <a:spcPts val="900"/>
              </a:spcAft>
              <a:defRPr/>
            </a:lvl6pPr>
            <a:lvl7pPr>
              <a:spcAft>
                <a:spcPts val="900"/>
              </a:spcAft>
              <a:defRPr/>
            </a:lvl7pPr>
            <a:lvl8pPr>
              <a:spcAft>
                <a:spcPts val="900"/>
              </a:spcAft>
              <a:defRPr/>
            </a:lvl8pPr>
            <a:lvl9pPr>
              <a:spcAft>
                <a:spcPts val="900"/>
              </a:spcAft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05D92D1-F089-EE73-6917-704DA9A0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83" y="460377"/>
            <a:ext cx="11266245" cy="8762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4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216EA5B-C57E-7AAE-A817-531D680097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2083" y="2179704"/>
            <a:ext cx="3831500" cy="1285562"/>
          </a:xfrm>
          <a:prstGeom prst="rect">
            <a:avLst/>
          </a:prstGeom>
        </p:spPr>
        <p:txBody>
          <a:bodyPr tIns="0" rIns="0">
            <a:noAutofit/>
          </a:bodyPr>
          <a:lstStyle>
            <a:lvl1pPr>
              <a:spcAft>
                <a:spcPts val="900"/>
              </a:spcAft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  <a:lvl6pPr>
              <a:spcAft>
                <a:spcPts val="900"/>
              </a:spcAft>
              <a:defRPr/>
            </a:lvl6pPr>
            <a:lvl7pPr>
              <a:spcAft>
                <a:spcPts val="900"/>
              </a:spcAft>
              <a:defRPr/>
            </a:lvl7pPr>
            <a:lvl8pPr>
              <a:spcAft>
                <a:spcPts val="900"/>
              </a:spcAft>
              <a:defRPr/>
            </a:lvl8pPr>
            <a:lvl9pPr>
              <a:spcAft>
                <a:spcPts val="900"/>
              </a:spcAft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D3F4365-EB72-EC18-96FB-5F7A0B5C9E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2083" y="1755958"/>
            <a:ext cx="3835597" cy="380304"/>
          </a:xfrm>
          <a:prstGeom prst="rect">
            <a:avLst/>
          </a:prstGeom>
        </p:spPr>
        <p:txBody>
          <a:bodyPr tIns="0" rIns="0"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rgbClr val="003094"/>
                </a:solidFill>
              </a:defRPr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  <a:lvl6pPr>
              <a:spcAft>
                <a:spcPts val="900"/>
              </a:spcAft>
              <a:defRPr/>
            </a:lvl6pPr>
            <a:lvl7pPr>
              <a:spcAft>
                <a:spcPts val="900"/>
              </a:spcAft>
              <a:defRPr/>
            </a:lvl7pPr>
            <a:lvl8pPr>
              <a:spcAft>
                <a:spcPts val="900"/>
              </a:spcAft>
              <a:defRPr/>
            </a:lvl8pPr>
            <a:lvl9pPr>
              <a:spcAft>
                <a:spcPts val="900"/>
              </a:spcAft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BF4E034-BF47-79B1-3117-3D734585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83" y="460377"/>
            <a:ext cx="11266245" cy="8762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A9F019B-DC6A-0014-EA3F-B726778A9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2083" y="4131167"/>
            <a:ext cx="3831500" cy="1285562"/>
          </a:xfrm>
          <a:prstGeom prst="rect">
            <a:avLst/>
          </a:prstGeom>
        </p:spPr>
        <p:txBody>
          <a:bodyPr tIns="0" rIns="0">
            <a:noAutofit/>
          </a:bodyPr>
          <a:lstStyle>
            <a:lvl1pPr>
              <a:spcAft>
                <a:spcPts val="900"/>
              </a:spcAft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  <a:lvl6pPr>
              <a:spcAft>
                <a:spcPts val="900"/>
              </a:spcAft>
              <a:defRPr/>
            </a:lvl6pPr>
            <a:lvl7pPr>
              <a:spcAft>
                <a:spcPts val="900"/>
              </a:spcAft>
              <a:defRPr/>
            </a:lvl7pPr>
            <a:lvl8pPr>
              <a:spcAft>
                <a:spcPts val="900"/>
              </a:spcAft>
              <a:defRPr/>
            </a:lvl8pPr>
            <a:lvl9pPr>
              <a:spcAft>
                <a:spcPts val="900"/>
              </a:spcAft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360F228-EE6A-4423-6BE2-1D434896CA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2083" y="3707421"/>
            <a:ext cx="3835597" cy="380304"/>
          </a:xfrm>
          <a:prstGeom prst="rect">
            <a:avLst/>
          </a:prstGeom>
        </p:spPr>
        <p:txBody>
          <a:bodyPr tIns="0" rIns="0"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rgbClr val="003094"/>
                </a:solidFill>
              </a:defRPr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  <a:lvl6pPr>
              <a:spcAft>
                <a:spcPts val="900"/>
              </a:spcAft>
              <a:defRPr/>
            </a:lvl6pPr>
            <a:lvl7pPr>
              <a:spcAft>
                <a:spcPts val="900"/>
              </a:spcAft>
              <a:defRPr/>
            </a:lvl7pPr>
            <a:lvl8pPr>
              <a:spcAft>
                <a:spcPts val="900"/>
              </a:spcAft>
              <a:defRPr/>
            </a:lvl8pPr>
            <a:lvl9pPr>
              <a:spcAft>
                <a:spcPts val="900"/>
              </a:spcAft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758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FD11-FA22-9D71-1858-BFA1221D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E3EFA-30FF-8DC4-1451-E94A8D885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374AB-F967-8E0D-E045-250DF73E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B625-7669-49F4-B3E0-CBE054F5BC2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3268-6534-F573-08C9-EDBB1ACE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6FC93-3C00-AD65-49FC-F7538AB6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2ACE1-5CF0-4D72-B40C-148F5E95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76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8C773-5BC3-C84A-9D0E-9A61EA94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460377"/>
            <a:ext cx="10387208" cy="58610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B854-2C83-5047-BB3A-DDA609150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98483" y="6432562"/>
            <a:ext cx="6937594" cy="234939"/>
          </a:xfrm>
          <a:prstGeom prst="rect">
            <a:avLst/>
          </a:prstGeom>
        </p:spPr>
        <p:txBody>
          <a:bodyPr vert="horz" lIns="91440" tIns="0" rIns="0" bIns="0" rtlCol="0" anchor="b" anchorCtr="0"/>
          <a:lstStyle>
            <a:lvl1pPr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1pPr>
            <a:lvl2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2pPr>
            <a:lvl3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3pPr>
            <a:lvl4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4pPr>
            <a:lvl5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5pPr>
            <a:lvl6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6pPr>
            <a:lvl7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7pPr>
            <a:lvl8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8pPr>
            <a:lvl9pPr marL="0" algn="r">
              <a:defRPr sz="1000" b="0" i="0" cap="none" baseline="0">
                <a:solidFill>
                  <a:schemeClr val="accent1"/>
                </a:solidFill>
                <a:latin typeface="+mn-lt"/>
              </a:defRPr>
            </a:lvl9pPr>
          </a:lstStyle>
          <a:p>
            <a:r>
              <a:rPr lang="en-US"/>
              <a:t>Presentation Title Here &gt;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8AD5-8EBC-D94E-98B2-20AFAF1B4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6077" y="6432563"/>
            <a:ext cx="492251" cy="23192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>
                <a:solidFill>
                  <a:schemeClr val="accent1"/>
                </a:solidFill>
                <a:latin typeface="+mn-lt"/>
              </a:defRPr>
            </a:lvl1pPr>
            <a:lvl2pPr marL="0" algn="r">
              <a:defRPr sz="1000" b="0" i="0">
                <a:solidFill>
                  <a:schemeClr val="accent1"/>
                </a:solidFill>
                <a:latin typeface="+mn-lt"/>
              </a:defRPr>
            </a:lvl2pPr>
            <a:lvl3pPr marL="0" algn="r">
              <a:defRPr sz="1000" b="0" i="0">
                <a:solidFill>
                  <a:schemeClr val="accent1"/>
                </a:solidFill>
                <a:latin typeface="+mn-lt"/>
              </a:defRPr>
            </a:lvl3pPr>
            <a:lvl4pPr marL="0" algn="r">
              <a:defRPr sz="1000" b="0" i="0">
                <a:solidFill>
                  <a:schemeClr val="accent1"/>
                </a:solidFill>
                <a:latin typeface="+mn-lt"/>
              </a:defRPr>
            </a:lvl4pPr>
            <a:lvl5pPr marL="0" algn="r">
              <a:defRPr sz="1000" b="0" i="0">
                <a:solidFill>
                  <a:schemeClr val="accent1"/>
                </a:solidFill>
                <a:latin typeface="+mn-lt"/>
              </a:defRPr>
            </a:lvl5pPr>
            <a:lvl6pPr marL="0" algn="r">
              <a:defRPr sz="1000" b="0" i="0">
                <a:solidFill>
                  <a:schemeClr val="accent1"/>
                </a:solidFill>
                <a:latin typeface="+mn-lt"/>
              </a:defRPr>
            </a:lvl6pPr>
            <a:lvl7pPr marL="0" algn="r">
              <a:defRPr sz="1000" b="0" i="0">
                <a:solidFill>
                  <a:schemeClr val="accent1"/>
                </a:solidFill>
                <a:latin typeface="+mn-lt"/>
              </a:defRPr>
            </a:lvl7pPr>
            <a:lvl8pPr marL="0" algn="r">
              <a:defRPr sz="1000" b="0" i="0">
                <a:solidFill>
                  <a:schemeClr val="accent1"/>
                </a:solidFill>
                <a:latin typeface="+mn-lt"/>
              </a:defRPr>
            </a:lvl8pPr>
            <a:lvl9pPr marL="0" algn="r">
              <a:defRPr sz="1000" b="0" i="0">
                <a:solidFill>
                  <a:schemeClr val="accent1"/>
                </a:solidFill>
                <a:latin typeface="+mn-lt"/>
              </a:defRPr>
            </a:lvl9pPr>
          </a:lstStyle>
          <a:p>
            <a:fld id="{1E3D5677-3D20-0C46-8497-54D73E689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2DAC7F-B661-E945-A498-BFF0DDB59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083" y="1568450"/>
            <a:ext cx="11266247" cy="466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0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19" r:id="rId2"/>
    <p:sldLayoutId id="2147483806" r:id="rId3"/>
    <p:sldLayoutId id="2147483813" r:id="rId4"/>
    <p:sldLayoutId id="2147483833" r:id="rId5"/>
  </p:sldLayoutIdLst>
  <p:txStyles>
    <p:titleStyle>
      <a:lvl1pPr algn="l" defTabSz="914309" rtl="0" eaLnBrk="1" latinLnBrk="0" hangingPunct="1">
        <a:lnSpc>
          <a:spcPts val="3400"/>
        </a:lnSpc>
        <a:spcBef>
          <a:spcPct val="0"/>
        </a:spcBef>
        <a:buNone/>
        <a:defRPr sz="3400" b="0" i="0" kern="1200" cap="none" baseline="0">
          <a:solidFill>
            <a:schemeClr val="accent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0" marR="0" indent="0" algn="l" defTabSz="914309" rtl="0" eaLnBrk="1" fontAlgn="auto" latinLnBrk="0" hangingPunct="1">
        <a:lnSpc>
          <a:spcPts val="2100"/>
        </a:lnSpc>
        <a:spcBef>
          <a:spcPts val="0"/>
        </a:spcBef>
        <a:spcAft>
          <a:spcPts val="900"/>
        </a:spcAft>
        <a:buClrTx/>
        <a:buSzTx/>
        <a:buFont typeface="+mj-lt"/>
        <a:buNone/>
        <a:tabLst/>
        <a:defRPr sz="18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1pPr>
      <a:lvl2pPr marL="0" marR="0" indent="0" algn="l" defTabSz="914309" rtl="0" eaLnBrk="1" fontAlgn="auto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tx2"/>
        </a:buClr>
        <a:buSzTx/>
        <a:buFont typeface="+mj-lt"/>
        <a:buNone/>
        <a:tabLst/>
        <a:defRPr sz="2000" b="1" i="0" kern="1200">
          <a:solidFill>
            <a:schemeClr val="accent2"/>
          </a:solidFill>
          <a:latin typeface="+mn-lt"/>
          <a:ea typeface="+mn-ea"/>
          <a:cs typeface="+mn-cs"/>
        </a:defRPr>
      </a:lvl2pPr>
      <a:lvl3pPr marL="285750" indent="-285750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SzPct val="100000"/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3pPr>
      <a:lvl4pPr marL="514327" indent="-285750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4pPr>
      <a:lvl5pPr marL="898525" indent="-338138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SzPct val="70000"/>
        <a:buFont typeface="Wingdings" pitchFamily="2" charset="2"/>
        <a:buChar char="q"/>
        <a:tabLst/>
        <a:defRPr sz="16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5pPr>
      <a:lvl6pPr marL="1246188" indent="-336550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6pPr>
      <a:lvl7pPr marL="571477" indent="-342900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Font typeface="+mj-lt"/>
        <a:buAutoNum type="arabicPeriod"/>
        <a:defRPr sz="18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7pPr>
      <a:lvl8pPr marL="571477" indent="-342900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Font typeface="+mj-lt"/>
        <a:buAutoNum type="arabicPeriod"/>
        <a:defRPr sz="18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8pPr>
      <a:lvl9pPr marL="571477" indent="-342900" algn="l" defTabSz="914309" rtl="0" eaLnBrk="1" latinLnBrk="0" hangingPunct="1">
        <a:lnSpc>
          <a:spcPts val="2100"/>
        </a:lnSpc>
        <a:spcBef>
          <a:spcPts val="0"/>
        </a:spcBef>
        <a:spcAft>
          <a:spcPts val="900"/>
        </a:spcAft>
        <a:buClr>
          <a:schemeClr val="accent2"/>
        </a:buClr>
        <a:buFont typeface="+mj-lt"/>
        <a:buAutoNum type="arabicPeriod"/>
        <a:defRPr sz="1800" b="0" i="0" kern="1200">
          <a:solidFill>
            <a:schemeClr val="tx1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pos="3908">
          <p15:clr>
            <a:srgbClr val="F26B43"/>
          </p15:clr>
        </p15:guide>
        <p15:guide id="18" pos="7385">
          <p15:clr>
            <a:srgbClr val="F26B43"/>
          </p15:clr>
        </p15:guide>
        <p15:guide id="19" orient="horz" pos="986">
          <p15:clr>
            <a:srgbClr val="F26B43"/>
          </p15:clr>
        </p15:guide>
        <p15:guide id="20" orient="horz" pos="4200">
          <p15:clr>
            <a:srgbClr val="F26B43"/>
          </p15:clr>
        </p15:guide>
        <p15:guide id="21" orient="horz" pos="4050">
          <p15:clr>
            <a:srgbClr val="F26B43"/>
          </p15:clr>
        </p15:guide>
        <p15:guide id="22" orient="horz" pos="842">
          <p15:clr>
            <a:srgbClr val="F26B43"/>
          </p15:clr>
        </p15:guide>
        <p15:guide id="23" pos="3768">
          <p15:clr>
            <a:srgbClr val="F26B43"/>
          </p15:clr>
        </p15:guide>
        <p15:guide id="24" pos="3839">
          <p15:clr>
            <a:srgbClr val="F26B43"/>
          </p15:clr>
        </p15:guide>
        <p15:guide id="25" orient="horz" pos="3928">
          <p15:clr>
            <a:srgbClr val="F26B43"/>
          </p15:clr>
        </p15:guide>
        <p15:guide id="26" orient="horz" pos="290">
          <p15:clr>
            <a:srgbClr val="F26B43"/>
          </p15:clr>
        </p15:guide>
        <p15:guide id="27" pos="290">
          <p15:clr>
            <a:srgbClr val="F26B43"/>
          </p15:clr>
        </p15:guide>
        <p15:guide id="32" pos="2707">
          <p15:clr>
            <a:srgbClr val="F26B43"/>
          </p15:clr>
        </p15:guide>
        <p15:guide id="33" pos="2562">
          <p15:clr>
            <a:srgbClr val="F26B43"/>
          </p15:clr>
        </p15:guide>
        <p15:guide id="34" pos="4975">
          <p15:clr>
            <a:srgbClr val="F26B43"/>
          </p15:clr>
        </p15:guide>
        <p15:guide id="35" pos="5117">
          <p15:clr>
            <a:srgbClr val="F26B43"/>
          </p15:clr>
        </p15:guide>
        <p15:guide id="36" orient="horz" pos="37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F0A9C-7AFE-39C8-E959-E2A04BD278DA}"/>
              </a:ext>
            </a:extLst>
          </p:cNvPr>
          <p:cNvSpPr txBox="1"/>
          <p:nvPr/>
        </p:nvSpPr>
        <p:spPr>
          <a:xfrm>
            <a:off x="6001407" y="17131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6D5BC-1BD3-E288-35F1-6ED2340D3B47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330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D79BE-7D98-FE47-14CD-4E205E3725EA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330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67FE98C-6E87-5694-C152-F2668225ED99}"/>
              </a:ext>
            </a:extLst>
          </p:cNvPr>
          <p:cNvSpPr txBox="1">
            <a:spLocks/>
          </p:cNvSpPr>
          <p:nvPr/>
        </p:nvSpPr>
        <p:spPr>
          <a:xfrm>
            <a:off x="0" y="2838552"/>
            <a:ext cx="12192000" cy="17024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309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400" b="0" i="0" kern="1200" cap="none" baseline="0">
                <a:solidFill>
                  <a:schemeClr val="accent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pPr algn="ctr">
              <a:defRPr>
                <a:solidFill>
                  <a:srgbClr val="7030A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lang="en-IN" sz="2400">
                <a:solidFill>
                  <a:srgbClr val="000000"/>
                </a:solidFill>
                <a:latin typeface="Algerian"/>
                <a:ea typeface="Algerian"/>
                <a:cs typeface="Arial"/>
              </a:rPr>
              <a:t>Parkinson's Disease Early Diagnosis using Machine learning and LLM</a:t>
            </a:r>
            <a:endParaRPr lang="en-IN" sz="2400">
              <a:solidFill>
                <a:srgbClr val="000000"/>
              </a:solidFill>
              <a:latin typeface="Algerian"/>
              <a:ea typeface="Algerian"/>
              <a:cs typeface="Arial"/>
              <a:sym typeface="Aptos"/>
            </a:endParaRPr>
          </a:p>
          <a:p>
            <a:pPr marL="0" marR="0" lvl="0" indent="0" algn="ctr" defTabSz="914309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>
                <a:solidFill>
                  <a:srgbClr val="7030A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lang="en-IN" sz="2400">
                <a:solidFill>
                  <a:srgbClr val="000000"/>
                </a:solidFill>
                <a:latin typeface="Algerian"/>
                <a:ea typeface="Algerian"/>
                <a:cs typeface="Arial"/>
                <a:sym typeface="Aptos"/>
              </a:rPr>
              <a:t>(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gerian"/>
                <a:ea typeface="Algerian"/>
                <a:cs typeface="Algerian"/>
                <a:sym typeface="Algerian"/>
              </a:rPr>
              <a:t>GUIDED BY: Prof. </a:t>
            </a:r>
            <a:r>
              <a:rPr lang="en-IN" sz="2400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PABITRA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gerian"/>
                <a:ea typeface="Algerian"/>
                <a:cs typeface="Algerian"/>
                <a:sym typeface="Algerian"/>
              </a:rPr>
              <a:t>)</a:t>
            </a:r>
            <a:endParaRPr lang="en-US"/>
          </a:p>
          <a:p>
            <a:pPr marL="0" marR="0" lvl="0" indent="0" algn="ctr" defTabSz="914309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7030A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lang="en-IN" sz="2400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(MENTOR: DR. MRINAL ACHARYA)</a:t>
            </a:r>
            <a:endParaRPr lang="en-I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gerian"/>
              <a:ea typeface="Algerian"/>
              <a:cs typeface="Algerian"/>
            </a:endParaRPr>
          </a:p>
        </p:txBody>
      </p:sp>
      <p:sp>
        <p:nvSpPr>
          <p:cNvPr id="12" name="Subtitle 21">
            <a:extLst>
              <a:ext uri="{FF2B5EF4-FFF2-40B4-BE49-F238E27FC236}">
                <a16:creationId xmlns:a16="http://schemas.microsoft.com/office/drawing/2014/main" id="{51693F03-7F8E-B449-B420-8AAAA7DB23DA}"/>
              </a:ext>
            </a:extLst>
          </p:cNvPr>
          <p:cNvSpPr txBox="1">
            <a:spLocks/>
          </p:cNvSpPr>
          <p:nvPr/>
        </p:nvSpPr>
        <p:spPr>
          <a:xfrm>
            <a:off x="367991" y="5397190"/>
            <a:ext cx="6713034" cy="12043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BANSODE VASU SATYAWAN: 24BM6JP13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ISHU PATEL: 24BM6JP23​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SUSHANT SHEKHAR: 24BM6JP54​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ubtitle 21">
            <a:extLst>
              <a:ext uri="{FF2B5EF4-FFF2-40B4-BE49-F238E27FC236}">
                <a16:creationId xmlns:a16="http://schemas.microsoft.com/office/drawing/2014/main" id="{6A3FFD7F-ABA5-EBA2-25F8-C8054BAF2758}"/>
              </a:ext>
            </a:extLst>
          </p:cNvPr>
          <p:cNvSpPr txBox="1">
            <a:spLocks/>
          </p:cNvSpPr>
          <p:nvPr/>
        </p:nvSpPr>
        <p:spPr>
          <a:xfrm>
            <a:off x="7081025" y="5393472"/>
            <a:ext cx="5110975" cy="12043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GANTA DEEPAK: 24BM6JP18 </a:t>
            </a:r>
          </a:p>
          <a:p>
            <a:pPr algn="l">
              <a:defRPr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UTKARSH ATTELA: 24BM6JP59</a:t>
            </a:r>
          </a:p>
          <a:p>
            <a:pPr algn="l">
              <a:defRPr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​</a:t>
            </a:r>
            <a:endParaRPr lang="en-US">
              <a:solidFill>
                <a:schemeClr val="accent1">
                  <a:lumMod val="75000"/>
                </a:schemeClr>
              </a:solidFill>
              <a:latin typeface="Aptos" panose="02110004020202020204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B91028F1-2DFB-6BD7-DCAC-866B1FC97692}"/>
              </a:ext>
            </a:extLst>
          </p:cNvPr>
          <p:cNvSpPr txBox="1">
            <a:spLocks/>
          </p:cNvSpPr>
          <p:nvPr/>
        </p:nvSpPr>
        <p:spPr>
          <a:xfrm>
            <a:off x="-1" y="4977809"/>
            <a:ext cx="12192001" cy="3097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accent1">
                    <a:lumMod val="75000"/>
                  </a:schemeClr>
                </a:solidFill>
                <a:latin typeface="Aptos Display" panose="02110004020202020204"/>
              </a:rPr>
              <a:t>PRESENTED BY:</a:t>
            </a:r>
          </a:p>
        </p:txBody>
      </p:sp>
      <p:pic>
        <p:nvPicPr>
          <p:cNvPr id="15" name="Picture 2" descr="IIT Kharagpur logo vector SVG, PNG download free">
            <a:extLst>
              <a:ext uri="{FF2B5EF4-FFF2-40B4-BE49-F238E27FC236}">
                <a16:creationId xmlns:a16="http://schemas.microsoft.com/office/drawing/2014/main" id="{95BC509F-0FA6-A261-CD9D-6D3181A8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639" y="703217"/>
            <a:ext cx="2288720" cy="22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26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672B1-5730-D37D-3418-48FA7620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04B3A-ABB6-CBF4-6382-72AE9F0B8428}"/>
              </a:ext>
            </a:extLst>
          </p:cNvPr>
          <p:cNvSpPr txBox="1"/>
          <p:nvPr/>
        </p:nvSpPr>
        <p:spPr>
          <a:xfrm>
            <a:off x="6001407" y="17131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US" sz="1800" b="0" i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FF2AA-18AD-4BE1-0570-F57CB45534FC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92B3F-A461-6AA7-BE7C-F037E87BE9E1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1060BD-6427-8376-8A77-74B9C349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11" y="129111"/>
            <a:ext cx="11266245" cy="469598"/>
          </a:xfrm>
        </p:spPr>
        <p:txBody>
          <a:bodyPr/>
          <a:lstStyle/>
          <a:p>
            <a:r>
              <a:rPr lang="en-US" sz="2800">
                <a:latin typeface="Garamond"/>
              </a:rPr>
              <a:t>PROBLEM STATEMENT</a:t>
            </a:r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4657B-EB77-0EC3-5C48-808623CAD029}"/>
              </a:ext>
            </a:extLst>
          </p:cNvPr>
          <p:cNvSpPr txBox="1"/>
          <p:nvPr/>
        </p:nvSpPr>
        <p:spPr>
          <a:xfrm>
            <a:off x="185620" y="784948"/>
            <a:ext cx="11713215" cy="2632003"/>
          </a:xfrm>
          <a:prstGeom prst="rect">
            <a:avLst/>
          </a:prstGeom>
          <a:solidFill>
            <a:srgbClr val="E6EDFF"/>
          </a:solidFill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Cambria"/>
                <a:cs typeface="+mn-lt"/>
              </a:rPr>
              <a:t>Parkinson is serious non curable neuro degenerative disease affecting 2 out 1000 people.</a:t>
            </a:r>
            <a:endParaRPr lang="en-US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Clinical assessments for diagnosis rely on extensive questionnaires, are time-consuming and often subjective making early detection difficult</a:t>
            </a:r>
            <a:r>
              <a:rPr lang="en-US" sz="1600">
                <a:solidFill>
                  <a:srgbClr val="000000"/>
                </a:solidFill>
                <a:latin typeface="Arial"/>
                <a:ea typeface="Cambria"/>
                <a:cs typeface="Arial"/>
              </a:rPr>
              <a:t>. In a country like India, conducting such assessments is extremely challenging.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Cambria"/>
                <a:cs typeface="Arial"/>
              </a:rPr>
              <a:t>India's language diversity also makes the clinical screening difficult to scale.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Cambria"/>
                <a:cs typeface="Arial"/>
              </a:rPr>
              <a:t>Our Objective is to create an </a:t>
            </a:r>
            <a:r>
              <a:rPr lang="en-US" sz="1600">
                <a:solidFill>
                  <a:srgbClr val="000000"/>
                </a:solidFill>
                <a:ea typeface="Cambria"/>
                <a:cs typeface="+mn-lt"/>
              </a:rPr>
              <a:t>d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evelop an LLM-based self-screening tool that can engage users in natural language conversations.</a:t>
            </a:r>
            <a:endParaRPr lang="en-US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>
                <a:cs typeface="Arial"/>
              </a:rPr>
              <a:t>For this, the LLM needs to process relevant questions and early diagnose the Parkinson’s Disease.</a:t>
            </a:r>
            <a:endParaRPr lang="en-US"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96A30D-242A-D538-8571-244A56BCBAFA}"/>
              </a:ext>
            </a:extLst>
          </p:cNvPr>
          <p:cNvGrpSpPr/>
          <p:nvPr/>
        </p:nvGrpSpPr>
        <p:grpSpPr>
          <a:xfrm>
            <a:off x="1497514" y="3489035"/>
            <a:ext cx="9710064" cy="3138618"/>
            <a:chOff x="-1" y="0"/>
            <a:chExt cx="12192002" cy="686888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DCFD43-8B82-CF33-AE1E-9EE62E6B4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97622"/>
              <a:ext cx="12192000" cy="626037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4DA272D-52D7-D9EF-BD95-8561B8667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4313" y="827740"/>
              <a:ext cx="4887685" cy="121707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00B16-E236-C2C7-5936-6AA8236ED737}"/>
                </a:ext>
              </a:extLst>
            </p:cNvPr>
            <p:cNvSpPr txBox="1"/>
            <p:nvPr/>
          </p:nvSpPr>
          <p:spPr>
            <a:xfrm>
              <a:off x="6001407" y="171318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86B388-C937-0B1E-F415-789A51DA2591}"/>
                </a:ext>
              </a:extLst>
            </p:cNvPr>
            <p:cNvSpPr/>
            <p:nvPr/>
          </p:nvSpPr>
          <p:spPr>
            <a:xfrm flipV="1">
              <a:off x="-1" y="608507"/>
              <a:ext cx="12192001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6520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3039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49559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6078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82598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99117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15637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32156" algn="l" defTabSz="633039" rtl="0" eaLnBrk="1" latinLnBrk="0" hangingPunct="1">
                <a:defRPr sz="12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330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569258-B08E-4C45-3D29-9D27261A6030}"/>
                </a:ext>
              </a:extLst>
            </p:cNvPr>
            <p:cNvSpPr/>
            <p:nvPr/>
          </p:nvSpPr>
          <p:spPr>
            <a:xfrm>
              <a:off x="0" y="6509656"/>
              <a:ext cx="5599907" cy="359229"/>
            </a:xfrm>
            <a:prstGeom prst="rect">
              <a:avLst/>
            </a:prstGeom>
            <a:solidFill>
              <a:srgbClr val="122F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A290780-E9A7-32F3-08D8-15C0A40B2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5422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97ADB4-AAB5-1497-F238-3BDD310F9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06368" y="1208223"/>
              <a:ext cx="3497033" cy="836587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52C45E-C9FB-37DD-EEDD-D1042C231274}"/>
                </a:ext>
              </a:extLst>
            </p:cNvPr>
            <p:cNvSpPr/>
            <p:nvPr/>
          </p:nvSpPr>
          <p:spPr>
            <a:xfrm>
              <a:off x="7536998" y="2125544"/>
              <a:ext cx="2009775" cy="516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61B9C09-6357-0B4C-2CF6-11AA5249A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645" t="4123" b="10084"/>
            <a:stretch/>
          </p:blipFill>
          <p:spPr>
            <a:xfrm>
              <a:off x="7674429" y="2125544"/>
              <a:ext cx="1158917" cy="41621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F8455F-5A39-EA46-416A-F4FCABA34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53057" y="1787806"/>
              <a:ext cx="1338944" cy="121707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93A3AB9-4158-36AE-E346-4889B4D0B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947" b="97697" l="7513" r="88601">
                          <a14:foregroundMark x1="7772" y1="66776" x2="7772" y2="66776"/>
                          <a14:foregroundMark x1="45337" y1="8553" x2="45337" y2="8553"/>
                          <a14:foregroundMark x1="46373" y1="4934" x2="46373" y2="4934"/>
                          <a14:foregroundMark x1="60104" y1="96382" x2="60104" y2="96382"/>
                          <a14:foregroundMark x1="71503" y1="97039" x2="71503" y2="97039"/>
                          <a14:foregroundMark x1="80311" y1="97697" x2="80311" y2="97697"/>
                          <a14:foregroundMark x1="77461" y1="92105" x2="77461" y2="92105"/>
                          <a14:foregroundMark x1="87824" y1="34868" x2="87824" y2="3486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72600" y="2121247"/>
              <a:ext cx="2091513" cy="1647202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0F280CB-7F3C-790C-1A52-B9C232AFD410}"/>
              </a:ext>
            </a:extLst>
          </p:cNvPr>
          <p:cNvSpPr/>
          <p:nvPr/>
        </p:nvSpPr>
        <p:spPr>
          <a:xfrm>
            <a:off x="4485502" y="5877145"/>
            <a:ext cx="4300151" cy="556119"/>
          </a:xfrm>
          <a:prstGeom prst="rect">
            <a:avLst/>
          </a:prstGeom>
          <a:solidFill>
            <a:srgbClr val="17345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8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5A3422-B9F1-EA17-C7FF-E40642B41467}"/>
              </a:ext>
            </a:extLst>
          </p:cNvPr>
          <p:cNvSpPr/>
          <p:nvPr/>
        </p:nvSpPr>
        <p:spPr>
          <a:xfrm>
            <a:off x="123632" y="367369"/>
            <a:ext cx="11939148" cy="311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>
                <a:solidFill>
                  <a:schemeClr val="bg1"/>
                </a:solidFill>
                <a:latin typeface="Arial"/>
                <a:cs typeface="Arial"/>
              </a:rPr>
              <a:t>DATASET</a:t>
            </a:r>
            <a:endParaRPr lang="en-I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625375-0FE2-0566-AF8E-B9AA13FEA81E}"/>
              </a:ext>
            </a:extLst>
          </p:cNvPr>
          <p:cNvSpPr/>
          <p:nvPr/>
        </p:nvSpPr>
        <p:spPr>
          <a:xfrm>
            <a:off x="125025" y="483891"/>
            <a:ext cx="4171204" cy="3257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bg1"/>
                </a:solidFill>
              </a:rPr>
              <a:t>WHY PPMI ONLINE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ABA07B-C04D-9E47-1752-02D26476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857" y="894683"/>
            <a:ext cx="3077028" cy="30469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A152F6-2BEA-1B8A-2B9E-23F1E44D781B}"/>
              </a:ext>
            </a:extLst>
          </p:cNvPr>
          <p:cNvSpPr/>
          <p:nvPr/>
        </p:nvSpPr>
        <p:spPr>
          <a:xfrm>
            <a:off x="4426857" y="4095327"/>
            <a:ext cx="7628077" cy="35427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>
                <a:solidFill>
                  <a:schemeClr val="bg1"/>
                </a:solidFill>
              </a:rPr>
              <a:t>Creation of Dataset for LLM</a:t>
            </a:r>
            <a:endParaRPr lang="en-US" sz="1800" b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83D3F9-A199-A8DF-0651-4DE7EAC7E6AB}"/>
              </a:ext>
            </a:extLst>
          </p:cNvPr>
          <p:cNvSpPr txBox="1"/>
          <p:nvPr/>
        </p:nvSpPr>
        <p:spPr>
          <a:xfrm>
            <a:off x="4426857" y="4538648"/>
            <a:ext cx="7628077" cy="2092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Each column represents a </a:t>
            </a:r>
            <a:r>
              <a:rPr lang="en-IN" sz="1600" b="1">
                <a:latin typeface="Cambria"/>
                <a:ea typeface="Cambria"/>
              </a:rPr>
              <a:t>question </a:t>
            </a:r>
            <a:r>
              <a:rPr lang="en-IN" sz="1600">
                <a:latin typeface="Cambria"/>
                <a:ea typeface="Cambria"/>
              </a:rPr>
              <a:t>and each question is mapped to a </a:t>
            </a:r>
            <a:r>
              <a:rPr lang="en-IN" sz="1600" b="1">
                <a:latin typeface="Cambria"/>
                <a:ea typeface="Cambria"/>
              </a:rPr>
              <a:t>keyword.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latin typeface="Cambria"/>
                <a:ea typeface="Cambria"/>
              </a:rPr>
              <a:t>Full question texts</a:t>
            </a:r>
            <a:r>
              <a:rPr lang="en-IN" sz="1600">
                <a:latin typeface="Cambria"/>
                <a:ea typeface="Cambria"/>
              </a:rPr>
              <a:t> were generated using </a:t>
            </a:r>
            <a:r>
              <a:rPr lang="en-IN" sz="1600" b="1">
                <a:latin typeface="Cambria"/>
                <a:ea typeface="Cambria"/>
              </a:rPr>
              <a:t>GPT</a:t>
            </a:r>
            <a:r>
              <a:rPr lang="en-IN" sz="1600">
                <a:latin typeface="Cambria"/>
                <a:ea typeface="Cambria"/>
              </a:rPr>
              <a:t> with few-shot prompting for clarity and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For each patient: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A </a:t>
            </a:r>
            <a:r>
              <a:rPr lang="en-IN" sz="1600" b="1">
                <a:latin typeface="Cambria"/>
                <a:ea typeface="Cambria"/>
              </a:rPr>
              <a:t>dictionary</a:t>
            </a:r>
            <a:r>
              <a:rPr lang="en-IN" sz="1600">
                <a:latin typeface="Cambria"/>
                <a:ea typeface="Cambria"/>
              </a:rPr>
              <a:t> was created with two keys: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>
                <a:highlight>
                  <a:srgbClr val="C0C0C0"/>
                </a:highlight>
                <a:latin typeface="Cambria"/>
                <a:ea typeface="Cambria"/>
              </a:rPr>
              <a:t>prompt</a:t>
            </a:r>
            <a:r>
              <a:rPr lang="en-IN" sz="1600">
                <a:latin typeface="Cambria"/>
                <a:ea typeface="Cambria"/>
              </a:rPr>
              <a:t>: Concatenation of all answered questions and their responses.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>
                <a:highlight>
                  <a:srgbClr val="C0C0C0"/>
                </a:highlight>
                <a:latin typeface="Cambria"/>
                <a:ea typeface="Cambria"/>
              </a:rPr>
              <a:t>label</a:t>
            </a:r>
            <a:r>
              <a:rPr lang="en-IN" sz="1600">
                <a:latin typeface="Cambria"/>
                <a:ea typeface="Cambria"/>
              </a:rPr>
              <a:t>: The patient's diagnosis status (if available).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Final dataset is a list of patient-level dictionaries</a:t>
            </a:r>
            <a:r>
              <a:rPr lang="en-IN">
                <a:latin typeface="Arial"/>
                <a:ea typeface="Cambria"/>
                <a:cs typeface="Arial"/>
              </a:rPr>
              <a:t>.</a:t>
            </a:r>
            <a:endParaRPr lang="en-IN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E33CD8F4-CC51-A79C-BBC9-930BA680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60" y="159836"/>
            <a:ext cx="11327696" cy="248374"/>
          </a:xfrm>
        </p:spPr>
        <p:txBody>
          <a:bodyPr/>
          <a:lstStyle/>
          <a:p>
            <a:r>
              <a:rPr lang="en-US" sz="2800">
                <a:latin typeface="Garamond"/>
              </a:rPr>
              <a:t>DATASET CREATION AND PREPROCESSING </a:t>
            </a:r>
            <a:endParaRPr lang="en-US" sz="2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D5A22D-D5C8-18F0-175F-4E031156BDDB}"/>
              </a:ext>
            </a:extLst>
          </p:cNvPr>
          <p:cNvSpPr txBox="1"/>
          <p:nvPr/>
        </p:nvSpPr>
        <p:spPr>
          <a:xfrm>
            <a:off x="123632" y="888032"/>
            <a:ext cx="4172597" cy="5755422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>
                <a:latin typeface="Cambria"/>
                <a:ea typeface="Cambria"/>
              </a:rPr>
              <a:t>Large, publicly available dataset designed to advance Parkinson’s Disease research.</a:t>
            </a:r>
          </a:p>
          <a:p>
            <a:r>
              <a:rPr lang="en-IN" sz="1600">
                <a:latin typeface="Cambria"/>
                <a:ea typeface="Cambria"/>
              </a:rPr>
              <a:t>Combines multiple data sources: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latin typeface="Cambria"/>
                <a:ea typeface="Cambria"/>
              </a:rPr>
              <a:t>PPMI Clinical: </a:t>
            </a:r>
            <a:r>
              <a:rPr lang="en-IN" sz="1600">
                <a:latin typeface="Cambria"/>
                <a:ea typeface="Cambria"/>
              </a:rPr>
              <a:t>In-depth, in-person clinical assessments.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latin typeface="Cambria"/>
                <a:ea typeface="Cambria"/>
              </a:rPr>
              <a:t>PPMI Online:</a:t>
            </a:r>
            <a:r>
              <a:rPr lang="en-IN" sz="1600">
                <a:latin typeface="Cambria"/>
                <a:ea typeface="Cambria"/>
              </a:rPr>
              <a:t> Large-scale self-reported questionnaire data.</a:t>
            </a:r>
          </a:p>
          <a:p>
            <a:r>
              <a:rPr lang="en-IN" sz="1600" b="1">
                <a:latin typeface="Cambria"/>
                <a:ea typeface="Cambria"/>
              </a:rPr>
              <a:t>PPMI Online</a:t>
            </a:r>
            <a:r>
              <a:rPr lang="en-IN" sz="1600">
                <a:latin typeface="Cambria"/>
                <a:ea typeface="Cambria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Real-world, self-reported data from a broad population.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Reflects </a:t>
            </a:r>
            <a:r>
              <a:rPr lang="en-IN" sz="1600" b="1">
                <a:latin typeface="Cambria"/>
                <a:ea typeface="Cambria"/>
              </a:rPr>
              <a:t>natural missingness</a:t>
            </a:r>
            <a:r>
              <a:rPr lang="en-IN" sz="1600">
                <a:latin typeface="Cambria"/>
                <a:ea typeface="Cambria"/>
              </a:rPr>
              <a:t>, where participants may skip questions—ideal for building robust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latin typeface="Cambria"/>
                <a:ea typeface="Cambria"/>
              </a:rPr>
              <a:t>Much larger sample size </a:t>
            </a:r>
            <a:r>
              <a:rPr lang="en-IN" sz="1600">
                <a:latin typeface="Cambria"/>
                <a:ea typeface="Cambria"/>
              </a:rPr>
              <a:t>(~100,000 target participants) compared to PPMI Clinical (~4,000).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mbria"/>
                <a:ea typeface="Cambria"/>
              </a:rPr>
              <a:t>Covers both </a:t>
            </a:r>
            <a:r>
              <a:rPr lang="en-IN" sz="1600" b="1">
                <a:latin typeface="Cambria"/>
                <a:ea typeface="Cambria"/>
              </a:rPr>
              <a:t>first visit</a:t>
            </a:r>
            <a:r>
              <a:rPr lang="en-IN" sz="1600">
                <a:latin typeface="Cambria"/>
                <a:ea typeface="Cambria"/>
              </a:rPr>
              <a:t> and </a:t>
            </a:r>
            <a:r>
              <a:rPr lang="en-IN" sz="1600" b="1">
                <a:latin typeface="Cambria"/>
                <a:ea typeface="Cambria"/>
              </a:rPr>
              <a:t>subsequent follow-ups</a:t>
            </a:r>
            <a:r>
              <a:rPr lang="en-IN" sz="1600">
                <a:latin typeface="Cambria"/>
                <a:ea typeface="Cambria"/>
              </a:rPr>
              <a:t>.</a:t>
            </a:r>
          </a:p>
          <a:p>
            <a:pPr algn="just"/>
            <a:r>
              <a:rPr lang="en-IN" sz="1600">
                <a:latin typeface="Cambria"/>
                <a:ea typeface="Cambria"/>
              </a:rPr>
              <a:t>Well-suited for creating ML and DL models that aim to detect early signs of Parkinson’s from questionnaire-based responses.</a:t>
            </a:r>
          </a:p>
          <a:p>
            <a:pPr algn="just"/>
            <a:endParaRPr lang="en-IN" sz="1600">
              <a:latin typeface="Cambria"/>
              <a:ea typeface="Cambria"/>
            </a:endParaRPr>
          </a:p>
          <a:p>
            <a:pPr algn="just"/>
            <a:endParaRPr lang="en-IN" sz="1600">
              <a:latin typeface="Cambria"/>
              <a:ea typeface="Cambri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94CD08-003D-6C14-7D98-ED99697B3777}"/>
              </a:ext>
            </a:extLst>
          </p:cNvPr>
          <p:cNvSpPr txBox="1"/>
          <p:nvPr/>
        </p:nvSpPr>
        <p:spPr>
          <a:xfrm>
            <a:off x="7634515" y="888032"/>
            <a:ext cx="4420420" cy="3046988"/>
          </a:xfrm>
          <a:prstGeom prst="rect">
            <a:avLst/>
          </a:prstGeom>
          <a:solidFill>
            <a:srgbClr val="E6EDFF"/>
          </a:solidFill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ambria"/>
                <a:ea typeface="Cambria"/>
              </a:rPr>
              <a:t>Selected data only from the first visit </a:t>
            </a:r>
            <a:r>
              <a:rPr lang="en-IN" sz="1600" dirty="0">
                <a:latin typeface="Cambria"/>
                <a:ea typeface="Cambria"/>
              </a:rPr>
              <a:t>(screening event) to focus on early-stage, pre-diagnosis information.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mbria"/>
                <a:ea typeface="Cambria"/>
              </a:rPr>
              <a:t>Started with </a:t>
            </a:r>
            <a:r>
              <a:rPr lang="en-IN" sz="1600" b="1" dirty="0">
                <a:latin typeface="Cambria"/>
                <a:ea typeface="Cambria"/>
              </a:rPr>
              <a:t>890</a:t>
            </a:r>
            <a:r>
              <a:rPr lang="en-IN" sz="1600" dirty="0">
                <a:latin typeface="Cambria"/>
                <a:ea typeface="Cambria"/>
              </a:rPr>
              <a:t> </a:t>
            </a:r>
            <a:r>
              <a:rPr lang="en-IN" sz="1600" b="1" dirty="0">
                <a:latin typeface="Cambria"/>
                <a:ea typeface="Cambria"/>
              </a:rPr>
              <a:t>questionnaire columns.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mbria"/>
                <a:ea typeface="Cambria"/>
              </a:rPr>
              <a:t>Merged multiple CSV files using </a:t>
            </a:r>
            <a:r>
              <a:rPr lang="en-IN" sz="1600" dirty="0">
                <a:highlight>
                  <a:srgbClr val="C0C0C0"/>
                </a:highlight>
                <a:latin typeface="Cambria"/>
                <a:ea typeface="Cambria"/>
              </a:rPr>
              <a:t>Patient ID </a:t>
            </a:r>
            <a:r>
              <a:rPr lang="en-IN" sz="1600" dirty="0">
                <a:latin typeface="Cambria"/>
                <a:ea typeface="Cambria"/>
              </a:rPr>
              <a:t>and </a:t>
            </a:r>
            <a:r>
              <a:rPr lang="en-IN" sz="1600" dirty="0">
                <a:highlight>
                  <a:srgbClr val="C0C0C0"/>
                </a:highlight>
                <a:latin typeface="Cambria"/>
                <a:ea typeface="Cambria"/>
              </a:rPr>
              <a:t>Event ID.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ambria"/>
                <a:ea typeface="Cambria"/>
              </a:rPr>
              <a:t>Filtered for “Screening” event </a:t>
            </a:r>
            <a:r>
              <a:rPr lang="en-IN" sz="1600" dirty="0">
                <a:latin typeface="Cambria"/>
                <a:ea typeface="Cambria"/>
              </a:rPr>
              <a:t>data only.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mbria"/>
                <a:ea typeface="Cambria"/>
              </a:rPr>
              <a:t>Dropped columns with </a:t>
            </a:r>
            <a:r>
              <a:rPr lang="en-IN" sz="1600" b="1" dirty="0">
                <a:latin typeface="Cambria"/>
                <a:ea typeface="Cambria"/>
              </a:rPr>
              <a:t>&gt;50% </a:t>
            </a:r>
            <a:r>
              <a:rPr lang="en-IN" sz="1600" dirty="0">
                <a:latin typeface="Cambria"/>
                <a:ea typeface="Cambria"/>
              </a:rPr>
              <a:t>missing values, retaining only the relevant features.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mbria"/>
                <a:ea typeface="Cambria"/>
              </a:rPr>
              <a:t>Final dataset: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mbria"/>
                <a:ea typeface="Cambria"/>
              </a:rPr>
              <a:t>143</a:t>
            </a:r>
            <a:r>
              <a:rPr lang="en-IN" sz="1600" dirty="0">
                <a:latin typeface="Cambria"/>
                <a:ea typeface="Cambria"/>
              </a:rPr>
              <a:t> questionnaire columns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mbria"/>
                <a:ea typeface="Cambria"/>
              </a:rPr>
              <a:t>38,256</a:t>
            </a:r>
            <a:r>
              <a:rPr lang="en-IN" sz="1600" dirty="0">
                <a:latin typeface="Cambria"/>
                <a:ea typeface="Cambria"/>
              </a:rPr>
              <a:t> records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3F40F-3AD7-091B-B853-7A3752952483}"/>
              </a:ext>
            </a:extLst>
          </p:cNvPr>
          <p:cNvSpPr/>
          <p:nvPr/>
        </p:nvSpPr>
        <p:spPr>
          <a:xfrm>
            <a:off x="7634515" y="473873"/>
            <a:ext cx="4420420" cy="3542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DD817-ADB0-017C-BBE1-FFF373B8FB2C}"/>
              </a:ext>
            </a:extLst>
          </p:cNvPr>
          <p:cNvSpPr/>
          <p:nvPr/>
        </p:nvSpPr>
        <p:spPr>
          <a:xfrm>
            <a:off x="4426857" y="473873"/>
            <a:ext cx="3106056" cy="3357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PPMI DATA TYPES</a:t>
            </a:r>
          </a:p>
        </p:txBody>
      </p:sp>
    </p:spTree>
    <p:extLst>
      <p:ext uri="{BB962C8B-B14F-4D97-AF65-F5344CB8AC3E}">
        <p14:creationId xmlns:p14="http://schemas.microsoft.com/office/powerpoint/2010/main" val="172339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F62CC-5E96-790A-1081-DC89C4F1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333494-EBED-E71E-02CE-27D9F9CDD1AD}"/>
              </a:ext>
            </a:extLst>
          </p:cNvPr>
          <p:cNvSpPr txBox="1"/>
          <p:nvPr/>
        </p:nvSpPr>
        <p:spPr>
          <a:xfrm>
            <a:off x="6001407" y="17131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US" sz="1800" b="0" i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004D4-C508-E561-42F5-D05373D3E315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93FB87-22B2-E300-3AC1-57EEABB92535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0BC7165-6CC3-44E5-5E64-840AEFF6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11" y="129111"/>
            <a:ext cx="11266245" cy="469598"/>
          </a:xfrm>
        </p:spPr>
        <p:txBody>
          <a:bodyPr/>
          <a:lstStyle/>
          <a:p>
            <a:r>
              <a:rPr lang="en-US" sz="2800">
                <a:latin typeface="Garamond"/>
              </a:rPr>
              <a:t>METHODOLOGY</a:t>
            </a:r>
            <a:endParaRPr lang="en-US" sz="280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1A01E59-8078-CF96-FC54-493EA87F0B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79094"/>
              </p:ext>
            </p:extLst>
          </p:nvPr>
        </p:nvGraphicFramePr>
        <p:xfrm>
          <a:off x="7881426" y="129111"/>
          <a:ext cx="4215581" cy="259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61" name="TextBox 860">
            <a:extLst>
              <a:ext uri="{FF2B5EF4-FFF2-40B4-BE49-F238E27FC236}">
                <a16:creationId xmlns:a16="http://schemas.microsoft.com/office/drawing/2014/main" id="{98F6389A-0D12-4402-3C24-2D89BE9EBFD2}"/>
              </a:ext>
            </a:extLst>
          </p:cNvPr>
          <p:cNvSpPr txBox="1"/>
          <p:nvPr/>
        </p:nvSpPr>
        <p:spPr>
          <a:xfrm>
            <a:off x="223562" y="648280"/>
            <a:ext cx="7792735" cy="1018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100"/>
              </a:lnSpc>
              <a:spcAft>
                <a:spcPts val="900"/>
              </a:spcAft>
            </a:pPr>
            <a:r>
              <a:rPr lang="en-US" sz="1600" b="1" u="sng">
                <a:cs typeface="Arial"/>
              </a:rPr>
              <a:t>Data Imputation</a:t>
            </a:r>
          </a:p>
          <a:p>
            <a:pPr marL="285750" indent="-285750">
              <a:lnSpc>
                <a:spcPts val="21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>
                <a:cs typeface="Arial"/>
              </a:rPr>
              <a:t>Missing values imputed using Random Forest Imputer (</a:t>
            </a:r>
            <a:r>
              <a:rPr lang="en-US" sz="1600" i="1" err="1">
                <a:cs typeface="Arial"/>
              </a:rPr>
              <a:t>MissForest</a:t>
            </a:r>
            <a:r>
              <a:rPr lang="en-US" sz="1600" i="1">
                <a:cs typeface="Arial"/>
              </a:rPr>
              <a:t> </a:t>
            </a:r>
            <a:r>
              <a:rPr lang="en-US" sz="1600">
                <a:cs typeface="Arial"/>
              </a:rPr>
              <a:t>library).</a:t>
            </a:r>
          </a:p>
          <a:p>
            <a:pPr marL="285750" indent="-285750">
              <a:lnSpc>
                <a:spcPts val="21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>
                <a:cs typeface="Arial"/>
              </a:rPr>
              <a:t>Achieved 39% imputation accuracy (evaluated on 5% randomly masked data)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4145781F-735C-5F85-8DE9-824915E9C1D9}"/>
              </a:ext>
            </a:extLst>
          </p:cNvPr>
          <p:cNvSpPr txBox="1"/>
          <p:nvPr/>
        </p:nvSpPr>
        <p:spPr>
          <a:xfrm>
            <a:off x="217856" y="1740987"/>
            <a:ext cx="7568577" cy="54553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900"/>
              </a:spcAft>
            </a:pPr>
            <a:r>
              <a:rPr lang="en-US" sz="1600" b="1" u="sng">
                <a:cs typeface="Arial"/>
              </a:rPr>
              <a:t>Model Benchmarking</a:t>
            </a:r>
          </a:p>
          <a:p>
            <a:pPr>
              <a:spcAft>
                <a:spcPts val="900"/>
              </a:spcAft>
            </a:pPr>
            <a:r>
              <a:rPr lang="en-US" sz="1600">
                <a:cs typeface="Arial"/>
              </a:rPr>
              <a:t>LLM model's performance was benchmarked on the complete dataset and the top 30 features dataset (obtained from XG Boost) against:</a:t>
            </a:r>
          </a:p>
          <a:p>
            <a:pPr marL="355600" algn="just">
              <a:spcAft>
                <a:spcPts val="900"/>
              </a:spcAft>
            </a:pPr>
            <a:r>
              <a:rPr lang="en-US" sz="1600" b="1">
                <a:cs typeface="Arial"/>
              </a:rPr>
              <a:t>XG Boost and Random Forest</a:t>
            </a:r>
            <a:endParaRPr lang="en-US"/>
          </a:p>
          <a:p>
            <a:pPr marL="355600" algn="just">
              <a:spcAft>
                <a:spcPts val="900"/>
              </a:spcAft>
            </a:pPr>
            <a:r>
              <a:rPr lang="en-US" sz="1600">
                <a:cs typeface="Arial"/>
              </a:rPr>
              <a:t>Trained and evaluated using an 80:20 train-test split from the imputed dataset.</a:t>
            </a:r>
          </a:p>
          <a:p>
            <a:pPr marL="355600" algn="just">
              <a:spcAft>
                <a:spcPts val="900"/>
              </a:spcAft>
            </a:pPr>
            <a:r>
              <a:rPr lang="en-US" sz="1600">
                <a:cs typeface="Arial"/>
              </a:rPr>
              <a:t>Normalized feature importance scores were plotted in a scree plot; the dataset corresponding to the top 30 features (91.5% score) was selected from each model. </a:t>
            </a:r>
          </a:p>
          <a:p>
            <a:pPr marL="355600" algn="just">
              <a:spcAft>
                <a:spcPts val="900"/>
              </a:spcAft>
            </a:pPr>
            <a:r>
              <a:rPr lang="en-US" sz="1600">
                <a:cs typeface="Arial"/>
              </a:rPr>
              <a:t>The models were retrained and evaluated on this dataset, with the one achieving the highest accuracy chosen for performance comparison of other models against the full dataset</a:t>
            </a:r>
          </a:p>
          <a:p>
            <a:pPr marL="355600" algn="just">
              <a:spcAft>
                <a:spcPts val="900"/>
              </a:spcAft>
            </a:pPr>
            <a:r>
              <a:rPr lang="en-US" sz="1600" b="1">
                <a:cs typeface="Arial"/>
              </a:rPr>
              <a:t>ANN</a:t>
            </a:r>
          </a:p>
          <a:p>
            <a:pPr marL="355600" algn="just">
              <a:spcAft>
                <a:spcPts val="900"/>
              </a:spcAft>
            </a:pPr>
            <a:r>
              <a:rPr lang="en-US" sz="1600">
                <a:cs typeface="Arial"/>
              </a:rPr>
              <a:t>Trained and evaluated using an 80:20 train-test split on Top 30 features.</a:t>
            </a:r>
            <a:endParaRPr lang="en-US">
              <a:cs typeface="Arial" panose="020B0604020202020204"/>
            </a:endParaRPr>
          </a:p>
          <a:p>
            <a:pPr marL="355600" algn="just">
              <a:spcAft>
                <a:spcPts val="900"/>
              </a:spcAft>
            </a:pPr>
            <a:r>
              <a:rPr lang="en-US" sz="1600">
                <a:cs typeface="Arial"/>
              </a:rPr>
              <a:t>Epochs = 50, Batch Size =128, Adam Optimizer, learning Rate = 0.001</a:t>
            </a:r>
          </a:p>
          <a:p>
            <a:pPr marL="355600" algn="just">
              <a:spcAft>
                <a:spcPts val="900"/>
              </a:spcAft>
            </a:pPr>
            <a:r>
              <a:rPr lang="en-US" sz="1600">
                <a:cs typeface="Arial"/>
              </a:rPr>
              <a:t>Neural Network of Size = 30 x 128 x 64 x 32 x 1</a:t>
            </a:r>
          </a:p>
          <a:p>
            <a:pPr marL="355600" algn="just">
              <a:spcAft>
                <a:spcPts val="900"/>
              </a:spcAft>
            </a:pPr>
            <a:endParaRPr lang="en-US" sz="1600">
              <a:cs typeface="Arial"/>
            </a:endParaRPr>
          </a:p>
          <a:p>
            <a:pPr marL="355600" algn="just">
              <a:spcAft>
                <a:spcPts val="900"/>
              </a:spcAft>
            </a:pPr>
            <a:endParaRPr lang="en-US" sz="1600" b="1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113D68-4FC8-5A5D-A21C-23D8523F0C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794" y="2218512"/>
            <a:ext cx="3824213" cy="2143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2255B-48D3-0165-C5D4-2C0C7BED7D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657" y="4457044"/>
            <a:ext cx="3689343" cy="2170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D6A9D3-E76A-8A7E-F1AB-091DBE86D656}"/>
              </a:ext>
            </a:extLst>
          </p:cNvPr>
          <p:cNvSpPr txBox="1"/>
          <p:nvPr/>
        </p:nvSpPr>
        <p:spPr>
          <a:xfrm>
            <a:off x="9784080" y="2946400"/>
            <a:ext cx="1249680" cy="482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IN" sz="1800" b="0" i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C5C918-F499-97B2-C7E4-742FA78FAF4D}"/>
              </a:ext>
            </a:extLst>
          </p:cNvPr>
          <p:cNvSpPr/>
          <p:nvPr/>
        </p:nvSpPr>
        <p:spPr>
          <a:xfrm>
            <a:off x="10170158" y="2981066"/>
            <a:ext cx="1063634" cy="28591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XG Boost</a:t>
            </a:r>
            <a:endParaRPr lang="en-US" sz="14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5B694D-0B87-2046-8FD8-429DEE985532}"/>
              </a:ext>
            </a:extLst>
          </p:cNvPr>
          <p:cNvSpPr/>
          <p:nvPr/>
        </p:nvSpPr>
        <p:spPr>
          <a:xfrm>
            <a:off x="10170158" y="5293679"/>
            <a:ext cx="1063634" cy="4566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1409856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D6EA-947A-9183-A4C5-396B05BB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321D29-D1B0-7ECD-8D53-C42D577EDA3C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30E643-D4F6-873C-B9FF-9262B39C68F0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112F72-3905-5073-751A-AAF765EA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11" y="129111"/>
            <a:ext cx="11266245" cy="469598"/>
          </a:xfrm>
        </p:spPr>
        <p:txBody>
          <a:bodyPr/>
          <a:lstStyle/>
          <a:p>
            <a:r>
              <a:rPr lang="en-US" sz="2800">
                <a:latin typeface="Garamond"/>
              </a:rPr>
              <a:t>METHODOLOGY</a:t>
            </a:r>
            <a:endParaRPr lang="en-US" sz="2800"/>
          </a:p>
        </p:txBody>
      </p:sp>
      <p:sp>
        <p:nvSpPr>
          <p:cNvPr id="861" name="TextBox 860">
            <a:extLst>
              <a:ext uri="{FF2B5EF4-FFF2-40B4-BE49-F238E27FC236}">
                <a16:creationId xmlns:a16="http://schemas.microsoft.com/office/drawing/2014/main" id="{FD30D3DA-C755-E429-3FB8-DA775973E48B}"/>
              </a:ext>
            </a:extLst>
          </p:cNvPr>
          <p:cNvSpPr txBox="1"/>
          <p:nvPr/>
        </p:nvSpPr>
        <p:spPr>
          <a:xfrm>
            <a:off x="223562" y="648280"/>
            <a:ext cx="11562038" cy="5591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900"/>
              </a:spcAft>
            </a:pPr>
            <a:r>
              <a:rPr lang="en-US" sz="1600" b="1" u="sng">
                <a:cs typeface="Arial"/>
              </a:rPr>
              <a:t>LLM Fine Tunning and Evaluation</a:t>
            </a:r>
            <a:endParaRPr lang="en-US" sz="1600" u="sng">
              <a:cs typeface="Arial"/>
            </a:endParaRPr>
          </a:p>
          <a:p>
            <a:pPr lvl="1">
              <a:spcAft>
                <a:spcPts val="900"/>
              </a:spcAft>
            </a:pPr>
            <a:r>
              <a:rPr lang="en-US" sz="1600" b="1">
                <a:cs typeface="Arial"/>
              </a:rPr>
              <a:t>Model Selection  </a:t>
            </a:r>
          </a:p>
          <a:p>
            <a:pPr lvl="1">
              <a:spcAft>
                <a:spcPts val="900"/>
              </a:spcAft>
            </a:pPr>
            <a:r>
              <a:rPr lang="en-US" sz="1600">
                <a:ea typeface="+mn-lt"/>
                <a:cs typeface="+mn-lt"/>
              </a:rPr>
              <a:t>Google's Flan-T5 Small, released in Oct 2022, enhances generalization through instruction tuning. It was chosen for its:  </a:t>
            </a:r>
          </a:p>
          <a:p>
            <a:pPr lvl="1">
              <a:spcAft>
                <a:spcPts val="900"/>
              </a:spcAft>
            </a:pPr>
            <a:r>
              <a:rPr lang="en-US" sz="1600">
                <a:ea typeface="+mn-lt"/>
                <a:cs typeface="+mn-lt"/>
              </a:rPr>
              <a:t>1. Encoder-Decoder architecture (strong in classification and generalization)  </a:t>
            </a:r>
          </a:p>
          <a:p>
            <a:pPr lvl="1">
              <a:spcAft>
                <a:spcPts val="900"/>
              </a:spcAft>
            </a:pPr>
            <a:r>
              <a:rPr lang="en-US" sz="1600">
                <a:ea typeface="+mn-lt"/>
                <a:cs typeface="+mn-lt"/>
              </a:rPr>
              <a:t>2. Suitability for limited computational resources  </a:t>
            </a:r>
          </a:p>
          <a:p>
            <a:pPr lvl="1">
              <a:spcAft>
                <a:spcPts val="900"/>
              </a:spcAft>
            </a:pPr>
            <a:r>
              <a:rPr lang="en-US" sz="1600">
                <a:ea typeface="+mn-lt"/>
                <a:cs typeface="+mn-lt"/>
              </a:rPr>
              <a:t>3. Lightweight design (80M parameters)  </a:t>
            </a:r>
          </a:p>
          <a:p>
            <a:pPr lvl="1">
              <a:spcAft>
                <a:spcPts val="900"/>
              </a:spcAft>
            </a:pPr>
            <a:r>
              <a:rPr lang="en-US" sz="1600">
                <a:ea typeface="+mn-lt"/>
                <a:cs typeface="+mn-lt"/>
              </a:rPr>
              <a:t>4. Superior performance on summarization, classification, and QA tasks.</a:t>
            </a:r>
          </a:p>
          <a:p>
            <a:pPr lvl="1" indent="0">
              <a:lnSpc>
                <a:spcPts val="2100"/>
              </a:lnSpc>
              <a:spcAft>
                <a:spcPts val="900"/>
              </a:spcAft>
            </a:pPr>
            <a:r>
              <a:rPr lang="en-IN" sz="1600" b="1">
                <a:cs typeface="Arial"/>
              </a:rPr>
              <a:t>Training</a:t>
            </a:r>
          </a:p>
          <a:p>
            <a:pPr lvl="1" indent="0">
              <a:lnSpc>
                <a:spcPts val="2100"/>
              </a:lnSpc>
              <a:spcAft>
                <a:spcPts val="900"/>
              </a:spcAft>
            </a:pPr>
            <a:r>
              <a:rPr lang="en-IN" sz="1600">
                <a:cs typeface="Arial"/>
              </a:rPr>
              <a:t>A linear classification head was added on top for the binary classification task.</a:t>
            </a:r>
          </a:p>
          <a:p>
            <a:pPr lvl="1">
              <a:lnSpc>
                <a:spcPts val="2100"/>
              </a:lnSpc>
              <a:spcAft>
                <a:spcPts val="900"/>
              </a:spcAft>
            </a:pPr>
            <a:r>
              <a:rPr lang="en-IN" sz="1600">
                <a:cs typeface="Arial"/>
              </a:rPr>
              <a:t>The model was trained on both the complete dataset and the top 30 features dataset, each randomly split in a 75:15:15 train-validation-test split. We used two methods for fine-tuning.</a:t>
            </a:r>
            <a:endParaRPr lang="en-IN" sz="1600">
              <a:ea typeface="+mn-lt"/>
              <a:cs typeface="+mn-lt"/>
            </a:endParaRPr>
          </a:p>
          <a:p>
            <a:pPr lvl="2">
              <a:lnSpc>
                <a:spcPts val="2100"/>
              </a:lnSpc>
              <a:spcAft>
                <a:spcPts val="900"/>
              </a:spcAft>
            </a:pPr>
            <a:r>
              <a:rPr lang="en-IN" sz="1600" b="1" err="1">
                <a:ea typeface="+mn-lt"/>
                <a:cs typeface="+mn-lt"/>
              </a:rPr>
              <a:t>LoRA</a:t>
            </a:r>
            <a:r>
              <a:rPr lang="en-IN" sz="1600" b="1">
                <a:ea typeface="+mn-lt"/>
                <a:cs typeface="+mn-lt"/>
              </a:rPr>
              <a:t> with quantization (batch size 32)</a:t>
            </a:r>
          </a:p>
          <a:p>
            <a:pPr marL="1200150" lvl="2" indent="-285750" algn="just">
              <a:lnSpc>
                <a:spcPts val="1425"/>
              </a:lnSpc>
              <a:spcAft>
                <a:spcPts val="900"/>
              </a:spcAft>
              <a:buFont typeface="Arial"/>
              <a:buChar char="•"/>
            </a:pPr>
            <a:r>
              <a:rPr lang="en-IN" sz="1600">
                <a:ea typeface="+mn-lt"/>
                <a:cs typeface="+mn-lt"/>
              </a:rPr>
              <a:t>Enables efficient fine-tuning without changing the original weights</a:t>
            </a:r>
          </a:p>
          <a:p>
            <a:pPr marL="1200150" lvl="2" indent="-285750" algn="just">
              <a:lnSpc>
                <a:spcPts val="1425"/>
              </a:lnSpc>
              <a:spcAft>
                <a:spcPts val="900"/>
              </a:spcAft>
              <a:buFont typeface="Arial"/>
              <a:buChar char="•"/>
            </a:pPr>
            <a:r>
              <a:rPr lang="en-IN" sz="1600">
                <a:ea typeface="+mn-lt"/>
                <a:cs typeface="+mn-lt"/>
              </a:rPr>
              <a:t>Configured with rank 16, which provides expressive adaptive layers without exploding memory.</a:t>
            </a:r>
          </a:p>
          <a:p>
            <a:pPr marL="1200150" lvl="2" indent="-285750" algn="just">
              <a:lnSpc>
                <a:spcPts val="1425"/>
              </a:lnSpc>
              <a:spcAft>
                <a:spcPts val="900"/>
              </a:spcAft>
              <a:buFont typeface="Arial"/>
              <a:buChar char="•"/>
            </a:pPr>
            <a:r>
              <a:rPr lang="en-IN" sz="1600">
                <a:ea typeface="+mn-lt"/>
                <a:cs typeface="+mn-lt"/>
              </a:rPr>
              <a:t>4-bit quantization was used to compress the pretrained model weights to 4-bit (reduce </a:t>
            </a:r>
            <a:r>
              <a:rPr lang="en-IN" sz="1600" err="1">
                <a:ea typeface="+mn-lt"/>
                <a:cs typeface="+mn-lt"/>
              </a:rPr>
              <a:t>memory,computational</a:t>
            </a:r>
            <a:r>
              <a:rPr lang="en-IN" sz="1600">
                <a:ea typeface="+mn-lt"/>
                <a:cs typeface="+mn-lt"/>
              </a:rPr>
              <a:t> load)</a:t>
            </a:r>
          </a:p>
          <a:p>
            <a:pPr lvl="2" algn="just">
              <a:lnSpc>
                <a:spcPts val="1425"/>
              </a:lnSpc>
              <a:spcAft>
                <a:spcPts val="900"/>
              </a:spcAft>
            </a:pPr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610622-4EC4-74E4-9B6D-64257D4131A9}"/>
              </a:ext>
            </a:extLst>
          </p:cNvPr>
          <p:cNvSpPr txBox="1"/>
          <p:nvPr/>
        </p:nvSpPr>
        <p:spPr>
          <a:xfrm>
            <a:off x="571500" y="5882101"/>
            <a:ext cx="10350500" cy="863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1425"/>
              </a:lnSpc>
              <a:spcAft>
                <a:spcPts val="900"/>
              </a:spcAft>
            </a:pPr>
            <a:r>
              <a:rPr lang="en-US" sz="1600" b="1">
                <a:cs typeface="Arial"/>
              </a:rPr>
              <a:t>Finetuning (batch size 64)</a:t>
            </a:r>
          </a:p>
          <a:p>
            <a:pPr marL="742950" lvl="1" indent="-285750">
              <a:lnSpc>
                <a:spcPts val="1425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Updated all the model weights end-to-end.</a:t>
            </a:r>
          </a:p>
          <a:p>
            <a:pPr marL="742950" lvl="1" indent="-285750">
              <a:lnSpc>
                <a:spcPts val="1425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Trained only on the complete dataset.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65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1219-C00E-DD08-49FF-897914DC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8A6BB-250B-6C32-1D48-48884929C484}"/>
              </a:ext>
            </a:extLst>
          </p:cNvPr>
          <p:cNvSpPr txBox="1"/>
          <p:nvPr/>
        </p:nvSpPr>
        <p:spPr>
          <a:xfrm>
            <a:off x="6001407" y="17131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US" sz="1800" b="0" i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9B6D1C-8198-7B0F-6652-16F79C82FCA4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78675E-9580-DAB1-A90D-8408A9AFCFE2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B521FB-C722-E497-5317-891A8E80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11" y="129111"/>
            <a:ext cx="11266245" cy="469598"/>
          </a:xfrm>
        </p:spPr>
        <p:txBody>
          <a:bodyPr/>
          <a:lstStyle/>
          <a:p>
            <a:r>
              <a:rPr lang="en-US" sz="2800">
                <a:latin typeface="Garamond"/>
              </a:rPr>
              <a:t>Results</a:t>
            </a:r>
            <a:endParaRPr lang="en-US" sz="28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E36FF-583F-9FCF-36A0-DF5D69120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78139"/>
              </p:ext>
            </p:extLst>
          </p:nvPr>
        </p:nvGraphicFramePr>
        <p:xfrm>
          <a:off x="6064747" y="690871"/>
          <a:ext cx="5475203" cy="3841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344">
                  <a:extLst>
                    <a:ext uri="{9D8B030D-6E8A-4147-A177-3AD203B41FA5}">
                      <a16:colId xmlns:a16="http://schemas.microsoft.com/office/drawing/2014/main" val="2679761858"/>
                    </a:ext>
                  </a:extLst>
                </a:gridCol>
                <a:gridCol w="722500">
                  <a:extLst>
                    <a:ext uri="{9D8B030D-6E8A-4147-A177-3AD203B41FA5}">
                      <a16:colId xmlns:a16="http://schemas.microsoft.com/office/drawing/2014/main" val="2608528072"/>
                    </a:ext>
                  </a:extLst>
                </a:gridCol>
                <a:gridCol w="528511">
                  <a:extLst>
                    <a:ext uri="{9D8B030D-6E8A-4147-A177-3AD203B41FA5}">
                      <a16:colId xmlns:a16="http://schemas.microsoft.com/office/drawing/2014/main" val="3003643144"/>
                    </a:ext>
                  </a:extLst>
                </a:gridCol>
                <a:gridCol w="528511">
                  <a:extLst>
                    <a:ext uri="{9D8B030D-6E8A-4147-A177-3AD203B41FA5}">
                      <a16:colId xmlns:a16="http://schemas.microsoft.com/office/drawing/2014/main" val="2415660450"/>
                    </a:ext>
                  </a:extLst>
                </a:gridCol>
                <a:gridCol w="2329337">
                  <a:extLst>
                    <a:ext uri="{9D8B030D-6E8A-4147-A177-3AD203B41FA5}">
                      <a16:colId xmlns:a16="http://schemas.microsoft.com/office/drawing/2014/main" val="3769904830"/>
                    </a:ext>
                  </a:extLst>
                </a:gridCol>
              </a:tblGrid>
              <a:tr h="3492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Model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Accuracy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Recall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F1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Dataset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3441857"/>
                  </a:ext>
                </a:extLst>
              </a:tr>
              <a:tr h="371866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Benchmark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793300"/>
                  </a:ext>
                </a:extLst>
              </a:tr>
              <a:tr h="3718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Random Forest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 dataset (143 features)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1661610"/>
                  </a:ext>
                </a:extLst>
              </a:tr>
              <a:tr h="371866">
                <a:tc vMerge="1">
                  <a:txBody>
                    <a:bodyPr/>
                    <a:lstStyle/>
                    <a:p>
                      <a:pPr algn="ctr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Top 30 features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1920032"/>
                  </a:ext>
                </a:extLst>
              </a:tr>
              <a:tr h="3718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XG Boost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91.10%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 dataset (143 features)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2514447"/>
                  </a:ext>
                </a:extLst>
              </a:tr>
              <a:tr h="371866">
                <a:tc vMerge="1">
                  <a:txBody>
                    <a:bodyPr/>
                    <a:lstStyle/>
                    <a:p>
                      <a:pPr algn="ctr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89.3%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Top 30 features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1512591"/>
                  </a:ext>
                </a:extLst>
              </a:tr>
              <a:tr h="349272">
                <a:tc gridSpan="5"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LLM Based</a:t>
                      </a:r>
                      <a:endParaRPr sz="1400" b="1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21445"/>
                  </a:ext>
                </a:extLst>
              </a:tr>
              <a:tr h="3718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000000"/>
                          </a:solidFill>
                          <a:ea typeface="+mn-lt"/>
                          <a:cs typeface="+mn-lt"/>
                        </a:rPr>
                        <a:t>LLM with LORA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83.41%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Full dataset (143 questionnaires)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7998483"/>
                  </a:ext>
                </a:extLst>
              </a:tr>
              <a:tr h="371866">
                <a:tc vMerge="1">
                  <a:txBody>
                    <a:bodyPr/>
                    <a:lstStyle/>
                    <a:p>
                      <a:pPr algn="ctr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87.50%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Top 30 questionnaires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0733047"/>
                  </a:ext>
                </a:extLst>
              </a:tr>
              <a:tr h="4753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</a:rPr>
                        <a:t>End-to-End Fine Tuning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94.49%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dataset (Top 30 questionnaires)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41621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719F8B8-88A8-3703-E6C1-71536C57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1045751"/>
            <a:ext cx="4069634" cy="2382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8066D5-2F3D-24FB-51A9-F0934866FDA4}"/>
              </a:ext>
            </a:extLst>
          </p:cNvPr>
          <p:cNvSpPr txBox="1"/>
          <p:nvPr/>
        </p:nvSpPr>
        <p:spPr>
          <a:xfrm>
            <a:off x="94635" y="659694"/>
            <a:ext cx="5875477" cy="3351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000000"/>
                </a:solidFill>
                <a:latin typeface="Arial" panose="020B0604020202020204"/>
                <a:cs typeface="Arial"/>
              </a:rPr>
              <a:t>Plot of Train and validation loss per epoch using google/flan-t5-small (LORA)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7204D-D6DC-4CFD-AC7A-BCA791CEBE95}"/>
              </a:ext>
            </a:extLst>
          </p:cNvPr>
          <p:cNvSpPr txBox="1"/>
          <p:nvPr/>
        </p:nvSpPr>
        <p:spPr>
          <a:xfrm>
            <a:off x="-34414" y="3701548"/>
            <a:ext cx="5875477" cy="3148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000000"/>
                </a:solidFill>
                <a:latin typeface="Arial" panose="020B0604020202020204"/>
                <a:cs typeface="Arial"/>
              </a:rPr>
              <a:t>Plot of Train and validation loss per epoch using Finetuning google/flan-t5-small </a:t>
            </a:r>
            <a:endParaRPr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54E60368-0858-DC6B-070D-00D4CB123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" y="4202083"/>
            <a:ext cx="4190196" cy="22731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F01E15-1A83-AFB9-3E44-9936C249B2DE}"/>
              </a:ext>
            </a:extLst>
          </p:cNvPr>
          <p:cNvSpPr txBox="1"/>
          <p:nvPr/>
        </p:nvSpPr>
        <p:spPr>
          <a:xfrm>
            <a:off x="5549304" y="4969660"/>
            <a:ext cx="6506097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XGBoost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achieved the highest accuracy (91.10%).</a:t>
            </a:r>
            <a:endParaRPr lang="en-US" sz="1600" dirty="0">
              <a:cs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FLAN-T5 with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LoRA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 reached 83.41% (full data) and improved to 87.50% with top 30 features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while end-to-end fine-tuning achieved the highest overall accuracy at 94.49%.</a:t>
            </a:r>
            <a:endParaRPr lang="en-US" sz="1600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83955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445B-61A6-9D1E-36F6-E4FF013B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F5F909-BC00-C193-B9BE-351FF218BA7F}"/>
              </a:ext>
            </a:extLst>
          </p:cNvPr>
          <p:cNvSpPr txBox="1"/>
          <p:nvPr/>
        </p:nvSpPr>
        <p:spPr>
          <a:xfrm>
            <a:off x="6001407" y="17131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US" sz="1800" b="0" i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B13B8-C17F-C16F-33AA-722F9186D293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6C62A3-FB61-7D2B-EBA7-5C9ADD9040B0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0C82CD4-882B-D4B7-6F9A-75BDAA2B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11" y="129111"/>
            <a:ext cx="11266245" cy="469598"/>
          </a:xfrm>
        </p:spPr>
        <p:txBody>
          <a:bodyPr/>
          <a:lstStyle/>
          <a:p>
            <a:r>
              <a:rPr lang="en-US" sz="2800">
                <a:latin typeface="Garamond"/>
              </a:rPr>
              <a:t>Conclusion and Future Scope</a:t>
            </a:r>
            <a:endParaRPr lang="en-US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A6D60-81F2-3748-AC4D-125EAE6BEED1}"/>
              </a:ext>
            </a:extLst>
          </p:cNvPr>
          <p:cNvSpPr txBox="1"/>
          <p:nvPr/>
        </p:nvSpPr>
        <p:spPr>
          <a:xfrm>
            <a:off x="1099751" y="142102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US" sz="1800" b="0" i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69774-AB3F-92D7-FAA2-37242FC14A3D}"/>
              </a:ext>
            </a:extLst>
          </p:cNvPr>
          <p:cNvSpPr txBox="1"/>
          <p:nvPr/>
        </p:nvSpPr>
        <p:spPr>
          <a:xfrm>
            <a:off x="2693773" y="231071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</a:pPr>
            <a:endParaRPr lang="en-US" sz="1800" b="0" i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26771-D2E5-BCD6-108C-6862A1C01E02}"/>
              </a:ext>
            </a:extLst>
          </p:cNvPr>
          <p:cNvSpPr txBox="1"/>
          <p:nvPr/>
        </p:nvSpPr>
        <p:spPr>
          <a:xfrm>
            <a:off x="111480" y="735470"/>
            <a:ext cx="11713215" cy="6001643"/>
          </a:xfrm>
          <a:prstGeom prst="rect">
            <a:avLst/>
          </a:prstGeom>
          <a:solidFill>
            <a:srgbClr val="E6EDFF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b="1" u="sng">
                <a:latin typeface="Cambria" panose="02040503050406030204" pitchFamily="18" charset="0"/>
              </a:rPr>
              <a:t>Results</a:t>
            </a:r>
          </a:p>
          <a:p>
            <a:r>
              <a:rPr lang="en-IN" sz="1600">
                <a:latin typeface="Cambria" panose="02040503050406030204" pitchFamily="18" charset="0"/>
              </a:rPr>
              <a:t>The LLM with</a:t>
            </a:r>
            <a:r>
              <a:rPr lang="en-IN" sz="1600" b="1">
                <a:latin typeface="Cambria" panose="02040503050406030204" pitchFamily="18" charset="0"/>
              </a:rPr>
              <a:t> </a:t>
            </a:r>
            <a:r>
              <a:rPr lang="en-IN" sz="1600" err="1">
                <a:latin typeface="Cambria" panose="02040503050406030204" pitchFamily="18" charset="0"/>
              </a:rPr>
              <a:t>LoRA</a:t>
            </a:r>
            <a:r>
              <a:rPr lang="en-IN" sz="1600">
                <a:latin typeface="Cambria" panose="02040503050406030204" pitchFamily="18" charset="0"/>
              </a:rPr>
              <a:t> adaptation showed varying results based on the dataset used:</a:t>
            </a:r>
          </a:p>
          <a:p>
            <a:pPr marL="450850" lvl="2" indent="-22860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It achieved </a:t>
            </a:r>
            <a:r>
              <a:rPr lang="en-IN" sz="1600" b="1">
                <a:latin typeface="Cambria" panose="02040503050406030204" pitchFamily="18" charset="0"/>
              </a:rPr>
              <a:t>83.41%</a:t>
            </a:r>
            <a:r>
              <a:rPr lang="en-IN" sz="1600">
                <a:latin typeface="Cambria" panose="02040503050406030204" pitchFamily="18" charset="0"/>
              </a:rPr>
              <a:t> on the complete dataset.</a:t>
            </a:r>
          </a:p>
          <a:p>
            <a:pPr marL="450850" lvl="2" indent="-22860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Accuracy improved to </a:t>
            </a:r>
            <a:r>
              <a:rPr lang="en-IN" sz="1600" b="1">
                <a:latin typeface="Cambria" panose="02040503050406030204" pitchFamily="18" charset="0"/>
              </a:rPr>
              <a:t>87.50%</a:t>
            </a:r>
            <a:r>
              <a:rPr lang="en-IN" sz="1600">
                <a:latin typeface="Cambria" panose="02040503050406030204" pitchFamily="18" charset="0"/>
              </a:rPr>
              <a:t> for the top 30 features dataset, suggesting the model benefits from focused, high-signal input features.</a:t>
            </a:r>
          </a:p>
          <a:p>
            <a:pPr marL="450850" lvl="2" indent="-22860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Fine-tuning LLM Brings Significant Gains: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The end-to-end finetuned</a:t>
            </a:r>
            <a:r>
              <a:rPr lang="en-IN" sz="1600" b="1">
                <a:latin typeface="Cambria" panose="02040503050406030204" pitchFamily="18" charset="0"/>
              </a:rPr>
              <a:t> </a:t>
            </a:r>
            <a:r>
              <a:rPr lang="en-IN" sz="1600">
                <a:latin typeface="Cambria" panose="02040503050406030204" pitchFamily="18" charset="0"/>
              </a:rPr>
              <a:t>outperformed others with an accuracy of </a:t>
            </a:r>
            <a:r>
              <a:rPr lang="en-IN" sz="1600" b="1">
                <a:latin typeface="Cambria" panose="02040503050406030204" pitchFamily="18" charset="0"/>
              </a:rPr>
              <a:t>94.49%</a:t>
            </a:r>
            <a:r>
              <a:rPr lang="en-IN" sz="1600">
                <a:latin typeface="Cambria" panose="02040503050406030204" pitchFamily="18" charset="0"/>
              </a:rPr>
              <a:t>, shows the effectiveness of task-specific fine-tuning.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This result indicates that when LLMs are properly adapted and trained on the full data context, they can surpass traditional machine learning approaches.</a:t>
            </a:r>
          </a:p>
          <a:p>
            <a:r>
              <a:rPr lang="en-IN" sz="1600" b="1" u="sng">
                <a:latin typeface="Cambria" panose="02040503050406030204" pitchFamily="18" charset="0"/>
              </a:rPr>
              <a:t>Overall Conclusion</a:t>
            </a:r>
            <a:endParaRPr lang="en-IN" sz="1600" u="sng">
              <a:latin typeface="Cambria" panose="0204050305040603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While traditional models like </a:t>
            </a:r>
            <a:r>
              <a:rPr lang="en-IN" sz="1600" err="1">
                <a:latin typeface="Cambria" panose="02040503050406030204" pitchFamily="18" charset="0"/>
              </a:rPr>
              <a:t>XGBoost</a:t>
            </a:r>
            <a:r>
              <a:rPr lang="en-IN" sz="1600">
                <a:latin typeface="Cambria" panose="02040503050406030204" pitchFamily="18" charset="0"/>
              </a:rPr>
              <a:t> and ANN deliver strong performance with careful preprocessing and feature selection, finetuned LLMs demonstrate the highest potential, provided sufficient computational resources and domain-specific tuning.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>
                <a:latin typeface="Cambria" panose="02040503050406030204" pitchFamily="18" charset="0"/>
              </a:rPr>
              <a:t>The improvement seen through finetuning (from 83–87% to 94.49%) underscores the viability of LLMs for structured prediction tasks even on medium-sized datasets and understand representation of the questions.</a:t>
            </a:r>
          </a:p>
          <a:p>
            <a:pPr marL="0" lvl="1"/>
            <a:r>
              <a:rPr lang="en-IN" sz="1600" b="1">
                <a:latin typeface="Cambria" panose="02040503050406030204" pitchFamily="18" charset="0"/>
              </a:rPr>
              <a:t>Future Scope :</a:t>
            </a:r>
          </a:p>
          <a:p>
            <a:pPr marL="0" lvl="1"/>
            <a:r>
              <a:rPr lang="en-IN" sz="1600" b="1">
                <a:latin typeface="Cambria" panose="02040503050406030204" pitchFamily="18" charset="0"/>
              </a:rPr>
              <a:t>           1. </a:t>
            </a:r>
            <a:r>
              <a:rPr lang="en-IN" sz="1600">
                <a:latin typeface="Cambria" panose="02040503050406030204" pitchFamily="18" charset="0"/>
              </a:rPr>
              <a:t>Multimodal Data Integration</a:t>
            </a:r>
          </a:p>
          <a:p>
            <a:pPr marL="0" lvl="1"/>
            <a:r>
              <a:rPr lang="en-IN" sz="1600">
                <a:latin typeface="Cambria" panose="02040503050406030204" pitchFamily="18" charset="0"/>
              </a:rPr>
              <a:t>           2. Chain-of-Thought Reasoning</a:t>
            </a:r>
          </a:p>
          <a:p>
            <a:pPr marL="0" lvl="1"/>
            <a:r>
              <a:rPr lang="en-IN" sz="1600">
                <a:latin typeface="Cambria" panose="02040503050406030204" pitchFamily="18" charset="0"/>
              </a:rPr>
              <a:t>           3. Prompt-Based Adaptive Diagnosis</a:t>
            </a:r>
          </a:p>
          <a:p>
            <a:pPr marL="0" lvl="1"/>
            <a:r>
              <a:rPr lang="en-IN" sz="1600" b="1">
                <a:latin typeface="Cambria" panose="02040503050406030204" pitchFamily="18" charset="0"/>
              </a:rPr>
              <a:t>    </a:t>
            </a:r>
          </a:p>
          <a:p>
            <a:pPr marL="0" lvl="1"/>
            <a:r>
              <a:rPr lang="en-IN" sz="1600" b="1">
                <a:latin typeface="Cambria" panose="02040503050406030204" pitchFamily="18" charset="0"/>
              </a:rPr>
              <a:t>          </a:t>
            </a:r>
          </a:p>
          <a:p>
            <a:pPr marL="742950" lvl="1" indent="-285750">
              <a:buFont typeface="+mj-lt"/>
              <a:buAutoNum type="arabicPeriod"/>
            </a:pPr>
            <a:endParaRPr lang="en-IN" sz="1600">
              <a:latin typeface="Cambria" panose="0204050305040603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endParaRPr lang="en-IN" sz="1600">
              <a:latin typeface="Cambria" panose="020405030504060302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endParaRPr lang="en-IN" sz="16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466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734001-701A-5AC1-70A1-79E0D8896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229" y="2746376"/>
            <a:ext cx="3474180" cy="913170"/>
          </a:xfrm>
        </p:spPr>
        <p:txBody>
          <a:bodyPr/>
          <a:lstStyle/>
          <a:p>
            <a:r>
              <a:rPr lang="en-US" sz="4000">
                <a:latin typeface="Garamond"/>
              </a:rPr>
              <a:t>THANK YOU!!</a:t>
            </a:r>
            <a:endParaRPr lang="en-US" sz="4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6B5CA4-4B37-202C-24B0-62941DABC3F9}"/>
              </a:ext>
            </a:extLst>
          </p:cNvPr>
          <p:cNvSpPr/>
          <p:nvPr/>
        </p:nvSpPr>
        <p:spPr>
          <a:xfrm flipV="1">
            <a:off x="-1" y="608507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9B2E1E-C317-57EA-31A9-E084B46E8FC9}"/>
              </a:ext>
            </a:extLst>
          </p:cNvPr>
          <p:cNvSpPr/>
          <p:nvPr/>
        </p:nvSpPr>
        <p:spPr>
          <a:xfrm flipV="1">
            <a:off x="0" y="6683170"/>
            <a:ext cx="12192001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6520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303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9559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607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2598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11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637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156" algn="l" defTabSz="633039" rtl="0" eaLnBrk="1" latinLnBrk="0" hangingPunct="1"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31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vidence Leap Theme">
  <a:themeElements>
    <a:clrScheme name="Providence Pallette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00338E"/>
      </a:accent1>
      <a:accent2>
        <a:srgbClr val="38892F"/>
      </a:accent2>
      <a:accent3>
        <a:srgbClr val="EAE5D0"/>
      </a:accent3>
      <a:accent4>
        <a:srgbClr val="988C7E"/>
      </a:accent4>
      <a:accent5>
        <a:srgbClr val="71243A"/>
      </a:accent5>
      <a:accent6>
        <a:srgbClr val="D59A5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0" indent="0" algn="l">
          <a:lnSpc>
            <a:spcPts val="2100"/>
          </a:lnSpc>
          <a:spcAft>
            <a:spcPts val="900"/>
          </a:spcAft>
          <a:defRPr sz="1800" b="0" i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ovidence Leap Theme" id="{3E284830-D9FC-5A4F-9CB2-D036A4A36AF2}" vid="{4841947E-126E-E344-B9DB-D76BB5206D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2b3e06-5356-4e4e-a863-6aacf34025c5">
      <Terms xmlns="http://schemas.microsoft.com/office/infopath/2007/PartnerControls"/>
    </lcf76f155ced4ddcb4097134ff3c332f>
    <TaxCatchAll xmlns="ec72f9cf-1e24-4ad7-9781-2415b269300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9E6779B5708C438E7A45E188828D16" ma:contentTypeVersion="15" ma:contentTypeDescription="Create a new document." ma:contentTypeScope="" ma:versionID="a85956af4a37e75e5815ef7b9f883690">
  <xsd:schema xmlns:xsd="http://www.w3.org/2001/XMLSchema" xmlns:xs="http://www.w3.org/2001/XMLSchema" xmlns:p="http://schemas.microsoft.com/office/2006/metadata/properties" xmlns:ns2="ad2b3e06-5356-4e4e-a863-6aacf34025c5" xmlns:ns3="ec72f9cf-1e24-4ad7-9781-2415b2693002" targetNamespace="http://schemas.microsoft.com/office/2006/metadata/properties" ma:root="true" ma:fieldsID="74cb73119d476e1416102a3383f0a08f" ns2:_="" ns3:_="">
    <xsd:import namespace="ad2b3e06-5356-4e4e-a863-6aacf34025c5"/>
    <xsd:import namespace="ec72f9cf-1e24-4ad7-9781-2415b269300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b3e06-5356-4e4e-a863-6aacf34025c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898b932-ec87-4f6e-a380-e59be69e9f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2f9cf-1e24-4ad7-9781-2415b269300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2c1740c-25d1-42a6-98bd-edf0f832ca47}" ma:internalName="TaxCatchAll" ma:showField="CatchAllData" ma:web="ec72f9cf-1e24-4ad7-9781-2415b26930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AC286-DD08-4FFE-90A0-0DAD7B6504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35AAD1-614F-44EA-83F6-4CB161C1F137}">
  <ds:schemaRefs>
    <ds:schemaRef ds:uri="ad2b3e06-5356-4e4e-a863-6aacf34025c5"/>
    <ds:schemaRef ds:uri="ec72f9cf-1e24-4ad7-9781-2415b269300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774B1E1-727C-4292-BF1B-A863120B4253}">
  <ds:schemaRefs>
    <ds:schemaRef ds:uri="ad2b3e06-5356-4e4e-a863-6aacf34025c5"/>
    <ds:schemaRef ds:uri="ec72f9cf-1e24-4ad7-9781-2415b269300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Providence LEAP PowerPoint Theme 22 August 2024-V5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Providence Leap Theme</vt:lpstr>
      <vt:lpstr>PowerPoint Presentation</vt:lpstr>
      <vt:lpstr>PROBLEM STATEMENT</vt:lpstr>
      <vt:lpstr>DATASET CREATION AND PREPROCESSING </vt:lpstr>
      <vt:lpstr>METHODOLOGY</vt:lpstr>
      <vt:lpstr>METHODOLOGY</vt:lpstr>
      <vt:lpstr>Results</vt:lpstr>
      <vt:lpstr>Conclusion and Future Scope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Sanya Namdhari</dc:creator>
  <cp:revision>35</cp:revision>
  <dcterms:created xsi:type="dcterms:W3CDTF">2024-07-01T20:40:40Z</dcterms:created>
  <dcterms:modified xsi:type="dcterms:W3CDTF">2025-06-22T20:36:29Z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0x0101007B9E6779B5708C438E7A45E188828D16</vt:lpwstr>
  </property>
  <property fmtid="{D5CDD505-2E9C-101B-9397-08002B2CF9AE}" pid="3" name="MediaServiceImageTags">
    <vt:lpwstr/>
  </property>
</Properties>
</file>